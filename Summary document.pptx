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59" r:id="rId4"/>
    <p:sldId id="260" r:id="rId5"/>
    <p:sldId id="270" r:id="rId6"/>
    <p:sldId id="271" r:id="rId7"/>
    <p:sldId id="268" r:id="rId8"/>
    <p:sldId id="274" r:id="rId9"/>
    <p:sldId id="267"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682"/>
  </p:normalViewPr>
  <p:slideViewPr>
    <p:cSldViewPr snapToGrid="0">
      <p:cViewPr varScale="1">
        <p:scale>
          <a:sx n="116" d="100"/>
          <a:sy n="116" d="100"/>
        </p:scale>
        <p:origin x="208"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190B03-4F15-4F87-8F3F-70B53E7A0EA0}"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1A14BCB-3E85-4E2F-84FF-768A63DC9F21}">
      <dgm:prSet/>
      <dgm:spPr/>
      <dgm:t>
        <a:bodyPr/>
        <a:lstStyle/>
        <a:p>
          <a:r>
            <a:rPr lang="en-US"/>
            <a:t>Selected Threshold : 0.268</a:t>
          </a:r>
        </a:p>
      </dgm:t>
    </dgm:pt>
    <dgm:pt modelId="{B155ADBD-2AA9-4E91-8642-B13005983366}" type="parTrans" cxnId="{07E10E53-024E-423E-AD82-0C6FD0535B46}">
      <dgm:prSet/>
      <dgm:spPr/>
      <dgm:t>
        <a:bodyPr/>
        <a:lstStyle/>
        <a:p>
          <a:endParaRPr lang="en-US"/>
        </a:p>
      </dgm:t>
    </dgm:pt>
    <dgm:pt modelId="{3BC40D06-88DD-44F6-A2BE-0E041BD8534E}" type="sibTrans" cxnId="{07E10E53-024E-423E-AD82-0C6FD0535B46}">
      <dgm:prSet/>
      <dgm:spPr/>
      <dgm:t>
        <a:bodyPr/>
        <a:lstStyle/>
        <a:p>
          <a:endParaRPr lang="en-US"/>
        </a:p>
      </dgm:t>
    </dgm:pt>
    <dgm:pt modelId="{5680859C-29E4-4768-AF61-602B6A7ECB98}">
      <dgm:prSet/>
      <dgm:spPr/>
      <dgm:t>
        <a:bodyPr/>
        <a:lstStyle/>
        <a:p>
          <a:r>
            <a:rPr lang="en-US"/>
            <a:t>Accuracy  : 0.744</a:t>
          </a:r>
        </a:p>
      </dgm:t>
    </dgm:pt>
    <dgm:pt modelId="{6D7899DC-328D-4377-A480-795A6891B464}" type="parTrans" cxnId="{7D5FFC16-6B9F-4BD1-8F06-2BBC034E1A63}">
      <dgm:prSet/>
      <dgm:spPr/>
      <dgm:t>
        <a:bodyPr/>
        <a:lstStyle/>
        <a:p>
          <a:endParaRPr lang="en-US"/>
        </a:p>
      </dgm:t>
    </dgm:pt>
    <dgm:pt modelId="{BAC0AB5C-BAC0-4137-B18E-298B4D495C48}" type="sibTrans" cxnId="{7D5FFC16-6B9F-4BD1-8F06-2BBC034E1A63}">
      <dgm:prSet/>
      <dgm:spPr/>
      <dgm:t>
        <a:bodyPr/>
        <a:lstStyle/>
        <a:p>
          <a:endParaRPr lang="en-US"/>
        </a:p>
      </dgm:t>
    </dgm:pt>
    <dgm:pt modelId="{38B1E1A7-7952-46AD-9B06-FCE0ADB0BBBE}">
      <dgm:prSet/>
      <dgm:spPr/>
      <dgm:t>
        <a:bodyPr/>
        <a:lstStyle/>
        <a:p>
          <a:r>
            <a:rPr lang="en-US"/>
            <a:t>Precision : 0.507</a:t>
          </a:r>
        </a:p>
      </dgm:t>
    </dgm:pt>
    <dgm:pt modelId="{FDC030A2-2852-405E-95B2-5D91968E7FC3}" type="parTrans" cxnId="{9C4779EA-A3CC-495B-90EC-A51B8C38993B}">
      <dgm:prSet/>
      <dgm:spPr/>
      <dgm:t>
        <a:bodyPr/>
        <a:lstStyle/>
        <a:p>
          <a:endParaRPr lang="en-US"/>
        </a:p>
      </dgm:t>
    </dgm:pt>
    <dgm:pt modelId="{5211FBAE-297D-4375-B270-DDC5D15F4FC2}" type="sibTrans" cxnId="{9C4779EA-A3CC-495B-90EC-A51B8C38993B}">
      <dgm:prSet/>
      <dgm:spPr/>
      <dgm:t>
        <a:bodyPr/>
        <a:lstStyle/>
        <a:p>
          <a:endParaRPr lang="en-US"/>
        </a:p>
      </dgm:t>
    </dgm:pt>
    <dgm:pt modelId="{A91608EA-0280-4561-875C-E95E10E62736}">
      <dgm:prSet/>
      <dgm:spPr/>
      <dgm:t>
        <a:bodyPr/>
        <a:lstStyle/>
        <a:p>
          <a:r>
            <a:rPr lang="en-US"/>
            <a:t>Recall    : 0.493</a:t>
          </a:r>
        </a:p>
      </dgm:t>
    </dgm:pt>
    <dgm:pt modelId="{F09AC4FC-3FCB-4196-9B4B-1981BFC91F2B}" type="parTrans" cxnId="{3F33A51C-CD27-4A99-8E70-2D21377F9DFD}">
      <dgm:prSet/>
      <dgm:spPr/>
      <dgm:t>
        <a:bodyPr/>
        <a:lstStyle/>
        <a:p>
          <a:endParaRPr lang="en-US"/>
        </a:p>
      </dgm:t>
    </dgm:pt>
    <dgm:pt modelId="{1E458101-CA1E-477A-8786-3DB3A7EC7DEA}" type="sibTrans" cxnId="{3F33A51C-CD27-4A99-8E70-2D21377F9DFD}">
      <dgm:prSet/>
      <dgm:spPr/>
      <dgm:t>
        <a:bodyPr/>
        <a:lstStyle/>
        <a:p>
          <a:endParaRPr lang="en-US"/>
        </a:p>
      </dgm:t>
    </dgm:pt>
    <dgm:pt modelId="{916C987D-B6C1-41E7-8C7B-A57DFE4C3D45}">
      <dgm:prSet/>
      <dgm:spPr/>
      <dgm:t>
        <a:bodyPr/>
        <a:lstStyle/>
        <a:p>
          <a:r>
            <a:rPr lang="en-US"/>
            <a:t>F1 Score  : 0.500</a:t>
          </a:r>
        </a:p>
      </dgm:t>
    </dgm:pt>
    <dgm:pt modelId="{35A1BDE1-3C6D-4555-91AE-8DAADA771C79}" type="parTrans" cxnId="{BD8B599A-DFB2-4FF0-9B95-57C8ACA3D5EE}">
      <dgm:prSet/>
      <dgm:spPr/>
      <dgm:t>
        <a:bodyPr/>
        <a:lstStyle/>
        <a:p>
          <a:endParaRPr lang="en-US"/>
        </a:p>
      </dgm:t>
    </dgm:pt>
    <dgm:pt modelId="{C04030ED-9450-4951-8A6F-E45B297759FC}" type="sibTrans" cxnId="{BD8B599A-DFB2-4FF0-9B95-57C8ACA3D5EE}">
      <dgm:prSet/>
      <dgm:spPr/>
      <dgm:t>
        <a:bodyPr/>
        <a:lstStyle/>
        <a:p>
          <a:endParaRPr lang="en-US"/>
        </a:p>
      </dgm:t>
    </dgm:pt>
    <dgm:pt modelId="{C175DC43-4B4B-4FFC-98AC-5B912FC6477D}">
      <dgm:prSet/>
      <dgm:spPr/>
      <dgm:t>
        <a:bodyPr/>
        <a:lstStyle/>
        <a:p>
          <a:r>
            <a:rPr lang="en-US"/>
            <a:t>ROC AUC   : 0.703</a:t>
          </a:r>
        </a:p>
      </dgm:t>
    </dgm:pt>
    <dgm:pt modelId="{0486AE40-8D98-4CAF-BACE-48FDFC49CA1E}" type="parTrans" cxnId="{18DFA7CD-E057-42A0-86B8-117B077E6AC0}">
      <dgm:prSet/>
      <dgm:spPr/>
      <dgm:t>
        <a:bodyPr/>
        <a:lstStyle/>
        <a:p>
          <a:endParaRPr lang="en-US"/>
        </a:p>
      </dgm:t>
    </dgm:pt>
    <dgm:pt modelId="{4392F3A7-4141-47FD-AA80-D6948A4584D9}" type="sibTrans" cxnId="{18DFA7CD-E057-42A0-86B8-117B077E6AC0}">
      <dgm:prSet/>
      <dgm:spPr/>
      <dgm:t>
        <a:bodyPr/>
        <a:lstStyle/>
        <a:p>
          <a:endParaRPr lang="en-US"/>
        </a:p>
      </dgm:t>
    </dgm:pt>
    <dgm:pt modelId="{1CC89525-D17D-4E06-B4CA-B926DCDC3FE9}">
      <dgm:prSet/>
      <dgm:spPr/>
      <dgm:t>
        <a:bodyPr/>
        <a:lstStyle/>
        <a:p>
          <a:r>
            <a:rPr lang="en-US"/>
            <a:t>Claims Reviewed (25%): 134</a:t>
          </a:r>
        </a:p>
      </dgm:t>
    </dgm:pt>
    <dgm:pt modelId="{96F73996-1F81-4C58-91A3-AB5324811BA1}" type="parTrans" cxnId="{EA2904F0-DF17-47A4-997A-0217472424C4}">
      <dgm:prSet/>
      <dgm:spPr/>
      <dgm:t>
        <a:bodyPr/>
        <a:lstStyle/>
        <a:p>
          <a:endParaRPr lang="en-US"/>
        </a:p>
      </dgm:t>
    </dgm:pt>
    <dgm:pt modelId="{1781725C-E181-4D0C-B8CD-E1FBDC937C41}" type="sibTrans" cxnId="{EA2904F0-DF17-47A4-997A-0217472424C4}">
      <dgm:prSet/>
      <dgm:spPr/>
      <dgm:t>
        <a:bodyPr/>
        <a:lstStyle/>
        <a:p>
          <a:endParaRPr lang="en-US"/>
        </a:p>
      </dgm:t>
    </dgm:pt>
    <dgm:pt modelId="{51CE1DC0-A15A-4865-8783-D771ABAA6565}">
      <dgm:prSet/>
      <dgm:spPr/>
      <dgm:t>
        <a:bodyPr/>
        <a:lstStyle/>
        <a:p>
          <a:r>
            <a:rPr lang="en-US"/>
            <a:t>Total Denials: 140</a:t>
          </a:r>
        </a:p>
      </dgm:t>
    </dgm:pt>
    <dgm:pt modelId="{03054A56-E33A-4C4A-97B0-FC1C963181A1}" type="parTrans" cxnId="{CAC67FE3-9DB1-4BC6-8DF8-5CEC95F78006}">
      <dgm:prSet/>
      <dgm:spPr/>
      <dgm:t>
        <a:bodyPr/>
        <a:lstStyle/>
        <a:p>
          <a:endParaRPr lang="en-US"/>
        </a:p>
      </dgm:t>
    </dgm:pt>
    <dgm:pt modelId="{6D483870-3B0A-4CBE-863E-4AC69F693A10}" type="sibTrans" cxnId="{CAC67FE3-9DB1-4BC6-8DF8-5CEC95F78006}">
      <dgm:prSet/>
      <dgm:spPr/>
      <dgm:t>
        <a:bodyPr/>
        <a:lstStyle/>
        <a:p>
          <a:endParaRPr lang="en-US"/>
        </a:p>
      </dgm:t>
    </dgm:pt>
    <dgm:pt modelId="{9BD7A12A-7DB8-4F6B-9293-CE586077C84E}">
      <dgm:prSet/>
      <dgm:spPr/>
      <dgm:t>
        <a:bodyPr/>
        <a:lstStyle/>
        <a:p>
          <a:r>
            <a:rPr lang="en-US"/>
            <a:t>Captured Denials: 68</a:t>
          </a:r>
        </a:p>
      </dgm:t>
    </dgm:pt>
    <dgm:pt modelId="{C44C7529-9B61-4DD2-B052-0330B403B988}" type="parTrans" cxnId="{BB0F4A81-E1E4-40CD-988D-BD6A03E2F7D1}">
      <dgm:prSet/>
      <dgm:spPr/>
      <dgm:t>
        <a:bodyPr/>
        <a:lstStyle/>
        <a:p>
          <a:endParaRPr lang="en-US"/>
        </a:p>
      </dgm:t>
    </dgm:pt>
    <dgm:pt modelId="{2EC3D91E-5948-4446-886B-71F0682A636B}" type="sibTrans" cxnId="{BB0F4A81-E1E4-40CD-988D-BD6A03E2F7D1}">
      <dgm:prSet/>
      <dgm:spPr/>
      <dgm:t>
        <a:bodyPr/>
        <a:lstStyle/>
        <a:p>
          <a:endParaRPr lang="en-US"/>
        </a:p>
      </dgm:t>
    </dgm:pt>
    <dgm:pt modelId="{27679C7F-B7F2-4A57-A704-08149DFEE1AF}">
      <dgm:prSet/>
      <dgm:spPr/>
      <dgm:t>
        <a:bodyPr/>
        <a:lstStyle/>
        <a:p>
          <a:r>
            <a:rPr lang="en-US" dirty="0"/>
            <a:t>Denial Capture Rate: 48.57%</a:t>
          </a:r>
        </a:p>
      </dgm:t>
    </dgm:pt>
    <dgm:pt modelId="{94791039-DFD8-414B-97F1-F021DE0FEB61}" type="parTrans" cxnId="{7393E547-DC12-4C83-A12A-DA5171074E7A}">
      <dgm:prSet/>
      <dgm:spPr/>
      <dgm:t>
        <a:bodyPr/>
        <a:lstStyle/>
        <a:p>
          <a:endParaRPr lang="en-US"/>
        </a:p>
      </dgm:t>
    </dgm:pt>
    <dgm:pt modelId="{1CEB4334-D7F1-466F-8403-070A13C5F2A1}" type="sibTrans" cxnId="{7393E547-DC12-4C83-A12A-DA5171074E7A}">
      <dgm:prSet/>
      <dgm:spPr/>
      <dgm:t>
        <a:bodyPr/>
        <a:lstStyle/>
        <a:p>
          <a:endParaRPr lang="en-US"/>
        </a:p>
      </dgm:t>
    </dgm:pt>
    <dgm:pt modelId="{0921977F-8F73-AE4E-B4D2-10166C34DEF3}">
      <dgm:prSet/>
      <dgm:spPr/>
      <dgm:t>
        <a:bodyPr/>
        <a:lstStyle/>
        <a:p>
          <a:r>
            <a:rPr lang="en-US" dirty="0"/>
            <a:t>High Risk Tier: Top 25%</a:t>
          </a:r>
        </a:p>
      </dgm:t>
    </dgm:pt>
    <dgm:pt modelId="{59376759-5913-FC4E-9DD6-6585C9E827F6}" type="parTrans" cxnId="{391D72B3-E9C4-F64F-875C-8EEFAE763845}">
      <dgm:prSet/>
      <dgm:spPr/>
      <dgm:t>
        <a:bodyPr/>
        <a:lstStyle/>
        <a:p>
          <a:endParaRPr lang="en-GB"/>
        </a:p>
      </dgm:t>
    </dgm:pt>
    <dgm:pt modelId="{A36CCADE-B256-3F46-8BF2-783E675A7E39}" type="sibTrans" cxnId="{391D72B3-E9C4-F64F-875C-8EEFAE763845}">
      <dgm:prSet/>
      <dgm:spPr/>
      <dgm:t>
        <a:bodyPr/>
        <a:lstStyle/>
        <a:p>
          <a:endParaRPr lang="en-GB"/>
        </a:p>
      </dgm:t>
    </dgm:pt>
    <dgm:pt modelId="{720BE443-C776-6C49-BC5F-067DB73E1DE5}">
      <dgm:prSet/>
      <dgm:spPr/>
      <dgm:t>
        <a:bodyPr/>
        <a:lstStyle/>
        <a:p>
          <a:r>
            <a:rPr lang="en-US" dirty="0"/>
            <a:t>Medium Risk Tier: 50</a:t>
          </a:r>
          <a:r>
            <a:rPr lang="en-US" baseline="30000" dirty="0"/>
            <a:t>th</a:t>
          </a:r>
          <a:r>
            <a:rPr lang="en-US" dirty="0"/>
            <a:t>-75</a:t>
          </a:r>
          <a:r>
            <a:rPr lang="en-US" baseline="30000" dirty="0"/>
            <a:t>th</a:t>
          </a:r>
          <a:r>
            <a:rPr lang="en-US" dirty="0"/>
            <a:t> Percentile</a:t>
          </a:r>
        </a:p>
      </dgm:t>
    </dgm:pt>
    <dgm:pt modelId="{D6924FA0-8CA9-7541-BEFF-38B047B0C205}" type="parTrans" cxnId="{F06648C6-82F6-0A47-BF76-28FF82304310}">
      <dgm:prSet/>
      <dgm:spPr/>
      <dgm:t>
        <a:bodyPr/>
        <a:lstStyle/>
        <a:p>
          <a:endParaRPr lang="en-GB"/>
        </a:p>
      </dgm:t>
    </dgm:pt>
    <dgm:pt modelId="{9694446D-76DC-AB4D-8AA4-CC551862114D}" type="sibTrans" cxnId="{F06648C6-82F6-0A47-BF76-28FF82304310}">
      <dgm:prSet/>
      <dgm:spPr/>
      <dgm:t>
        <a:bodyPr/>
        <a:lstStyle/>
        <a:p>
          <a:endParaRPr lang="en-GB"/>
        </a:p>
      </dgm:t>
    </dgm:pt>
    <dgm:pt modelId="{E1F372BD-D99C-D444-AEF5-E0D8AB1380D3}">
      <dgm:prSet/>
      <dgm:spPr/>
      <dgm:t>
        <a:bodyPr/>
        <a:lstStyle/>
        <a:p>
          <a:r>
            <a:rPr lang="en-US" dirty="0"/>
            <a:t>Low Risk Tier: Bottom 50%</a:t>
          </a:r>
        </a:p>
      </dgm:t>
    </dgm:pt>
    <dgm:pt modelId="{5DE44CC8-E02C-2446-9701-DB316A6F1191}" type="parTrans" cxnId="{60F0B984-102A-864D-8269-CF2B53A8762B}">
      <dgm:prSet/>
      <dgm:spPr/>
      <dgm:t>
        <a:bodyPr/>
        <a:lstStyle/>
        <a:p>
          <a:endParaRPr lang="en-GB"/>
        </a:p>
      </dgm:t>
    </dgm:pt>
    <dgm:pt modelId="{BF525DC7-E538-6A4F-AFAC-433D92CE48BF}" type="sibTrans" cxnId="{60F0B984-102A-864D-8269-CF2B53A8762B}">
      <dgm:prSet/>
      <dgm:spPr/>
      <dgm:t>
        <a:bodyPr/>
        <a:lstStyle/>
        <a:p>
          <a:endParaRPr lang="en-GB"/>
        </a:p>
      </dgm:t>
    </dgm:pt>
    <dgm:pt modelId="{92D50E40-7888-1246-BE38-2F17858A5A6D}" type="pres">
      <dgm:prSet presAssocID="{28190B03-4F15-4F87-8F3F-70B53E7A0EA0}" presName="vert0" presStyleCnt="0">
        <dgm:presLayoutVars>
          <dgm:dir/>
          <dgm:animOne val="branch"/>
          <dgm:animLvl val="lvl"/>
        </dgm:presLayoutVars>
      </dgm:prSet>
      <dgm:spPr/>
    </dgm:pt>
    <dgm:pt modelId="{DA479570-CD37-204E-8904-F95B386ADB50}" type="pres">
      <dgm:prSet presAssocID="{41A14BCB-3E85-4E2F-84FF-768A63DC9F21}" presName="thickLine" presStyleLbl="alignNode1" presStyleIdx="0" presStyleCnt="1"/>
      <dgm:spPr/>
    </dgm:pt>
    <dgm:pt modelId="{1E48D306-A031-684C-899F-FCF12242A7F7}" type="pres">
      <dgm:prSet presAssocID="{41A14BCB-3E85-4E2F-84FF-768A63DC9F21}" presName="horz1" presStyleCnt="0"/>
      <dgm:spPr/>
    </dgm:pt>
    <dgm:pt modelId="{79BFD390-49E9-DC4B-B5FE-27C4AED8E8B5}" type="pres">
      <dgm:prSet presAssocID="{41A14BCB-3E85-4E2F-84FF-768A63DC9F21}" presName="tx1" presStyleLbl="revTx" presStyleIdx="0" presStyleCnt="13"/>
      <dgm:spPr/>
    </dgm:pt>
    <dgm:pt modelId="{31AF2A43-F6D8-654E-BF84-20547BF67714}" type="pres">
      <dgm:prSet presAssocID="{41A14BCB-3E85-4E2F-84FF-768A63DC9F21}" presName="vert1" presStyleCnt="0"/>
      <dgm:spPr/>
    </dgm:pt>
    <dgm:pt modelId="{CAF490CC-4317-1B4F-BCF6-AFCDAECEE7F2}" type="pres">
      <dgm:prSet presAssocID="{5680859C-29E4-4768-AF61-602B6A7ECB98}" presName="vertSpace2a" presStyleCnt="0"/>
      <dgm:spPr/>
    </dgm:pt>
    <dgm:pt modelId="{76CB89EC-0AF4-B745-B466-B6AC906CD901}" type="pres">
      <dgm:prSet presAssocID="{5680859C-29E4-4768-AF61-602B6A7ECB98}" presName="horz2" presStyleCnt="0"/>
      <dgm:spPr/>
    </dgm:pt>
    <dgm:pt modelId="{A95AD74A-C2BA-DB45-8274-0D46BED54C1B}" type="pres">
      <dgm:prSet presAssocID="{5680859C-29E4-4768-AF61-602B6A7ECB98}" presName="horzSpace2" presStyleCnt="0"/>
      <dgm:spPr/>
    </dgm:pt>
    <dgm:pt modelId="{2BBC4DB0-202F-824A-92F9-B1A14307CA18}" type="pres">
      <dgm:prSet presAssocID="{5680859C-29E4-4768-AF61-602B6A7ECB98}" presName="tx2" presStyleLbl="revTx" presStyleIdx="1" presStyleCnt="13"/>
      <dgm:spPr/>
    </dgm:pt>
    <dgm:pt modelId="{1CFDC2BD-7F5C-2F48-A3CC-046552A09D05}" type="pres">
      <dgm:prSet presAssocID="{5680859C-29E4-4768-AF61-602B6A7ECB98}" presName="vert2" presStyleCnt="0"/>
      <dgm:spPr/>
    </dgm:pt>
    <dgm:pt modelId="{C5C86BD6-66FF-2B42-ACCA-DECD5CE92B1E}" type="pres">
      <dgm:prSet presAssocID="{5680859C-29E4-4768-AF61-602B6A7ECB98}" presName="thinLine2b" presStyleLbl="callout" presStyleIdx="0" presStyleCnt="12"/>
      <dgm:spPr/>
    </dgm:pt>
    <dgm:pt modelId="{A80A4480-D6C4-DE43-B6C5-1413D0790795}" type="pres">
      <dgm:prSet presAssocID="{5680859C-29E4-4768-AF61-602B6A7ECB98}" presName="vertSpace2b" presStyleCnt="0"/>
      <dgm:spPr/>
    </dgm:pt>
    <dgm:pt modelId="{76804DD2-8CBE-BB4B-919F-633159836C57}" type="pres">
      <dgm:prSet presAssocID="{38B1E1A7-7952-46AD-9B06-FCE0ADB0BBBE}" presName="horz2" presStyleCnt="0"/>
      <dgm:spPr/>
    </dgm:pt>
    <dgm:pt modelId="{39BEAB13-06C4-C948-836D-1C9C8F560FD5}" type="pres">
      <dgm:prSet presAssocID="{38B1E1A7-7952-46AD-9B06-FCE0ADB0BBBE}" presName="horzSpace2" presStyleCnt="0"/>
      <dgm:spPr/>
    </dgm:pt>
    <dgm:pt modelId="{EAE1B7CD-B093-5B47-B5BC-C44E8FB7402E}" type="pres">
      <dgm:prSet presAssocID="{38B1E1A7-7952-46AD-9B06-FCE0ADB0BBBE}" presName="tx2" presStyleLbl="revTx" presStyleIdx="2" presStyleCnt="13"/>
      <dgm:spPr/>
    </dgm:pt>
    <dgm:pt modelId="{1F91C22F-0727-5746-ACD9-64DA334D9F4E}" type="pres">
      <dgm:prSet presAssocID="{38B1E1A7-7952-46AD-9B06-FCE0ADB0BBBE}" presName="vert2" presStyleCnt="0"/>
      <dgm:spPr/>
    </dgm:pt>
    <dgm:pt modelId="{14C8EC40-5A57-1C47-B74E-14F53656D0C9}" type="pres">
      <dgm:prSet presAssocID="{38B1E1A7-7952-46AD-9B06-FCE0ADB0BBBE}" presName="thinLine2b" presStyleLbl="callout" presStyleIdx="1" presStyleCnt="12"/>
      <dgm:spPr/>
    </dgm:pt>
    <dgm:pt modelId="{8900F351-3890-6D4B-99C1-304FFDC06658}" type="pres">
      <dgm:prSet presAssocID="{38B1E1A7-7952-46AD-9B06-FCE0ADB0BBBE}" presName="vertSpace2b" presStyleCnt="0"/>
      <dgm:spPr/>
    </dgm:pt>
    <dgm:pt modelId="{D37EDDAA-6597-614D-AEAC-450D3177B772}" type="pres">
      <dgm:prSet presAssocID="{A91608EA-0280-4561-875C-E95E10E62736}" presName="horz2" presStyleCnt="0"/>
      <dgm:spPr/>
    </dgm:pt>
    <dgm:pt modelId="{229A05B7-224D-424C-8D7C-A386B2066458}" type="pres">
      <dgm:prSet presAssocID="{A91608EA-0280-4561-875C-E95E10E62736}" presName="horzSpace2" presStyleCnt="0"/>
      <dgm:spPr/>
    </dgm:pt>
    <dgm:pt modelId="{1E01D678-52DF-794D-B0D4-BE12AC9E792E}" type="pres">
      <dgm:prSet presAssocID="{A91608EA-0280-4561-875C-E95E10E62736}" presName="tx2" presStyleLbl="revTx" presStyleIdx="3" presStyleCnt="13"/>
      <dgm:spPr/>
    </dgm:pt>
    <dgm:pt modelId="{9142710C-C5E9-B94E-8869-13737033A8FD}" type="pres">
      <dgm:prSet presAssocID="{A91608EA-0280-4561-875C-E95E10E62736}" presName="vert2" presStyleCnt="0"/>
      <dgm:spPr/>
    </dgm:pt>
    <dgm:pt modelId="{FDB17648-A5CC-4145-9247-DC72A21FDBE0}" type="pres">
      <dgm:prSet presAssocID="{A91608EA-0280-4561-875C-E95E10E62736}" presName="thinLine2b" presStyleLbl="callout" presStyleIdx="2" presStyleCnt="12"/>
      <dgm:spPr/>
    </dgm:pt>
    <dgm:pt modelId="{2075CE22-042A-9840-A899-5412F8A6E684}" type="pres">
      <dgm:prSet presAssocID="{A91608EA-0280-4561-875C-E95E10E62736}" presName="vertSpace2b" presStyleCnt="0"/>
      <dgm:spPr/>
    </dgm:pt>
    <dgm:pt modelId="{9A022AD9-004D-8C4B-8DA6-032ECC8E25BC}" type="pres">
      <dgm:prSet presAssocID="{916C987D-B6C1-41E7-8C7B-A57DFE4C3D45}" presName="horz2" presStyleCnt="0"/>
      <dgm:spPr/>
    </dgm:pt>
    <dgm:pt modelId="{BA3F9168-6F8D-7448-A237-E737F1B5ED1C}" type="pres">
      <dgm:prSet presAssocID="{916C987D-B6C1-41E7-8C7B-A57DFE4C3D45}" presName="horzSpace2" presStyleCnt="0"/>
      <dgm:spPr/>
    </dgm:pt>
    <dgm:pt modelId="{2C8B9004-4286-DA41-B46C-7348721F81FC}" type="pres">
      <dgm:prSet presAssocID="{916C987D-B6C1-41E7-8C7B-A57DFE4C3D45}" presName="tx2" presStyleLbl="revTx" presStyleIdx="4" presStyleCnt="13"/>
      <dgm:spPr/>
    </dgm:pt>
    <dgm:pt modelId="{F4854339-4BF5-884E-BF47-558D303D3362}" type="pres">
      <dgm:prSet presAssocID="{916C987D-B6C1-41E7-8C7B-A57DFE4C3D45}" presName="vert2" presStyleCnt="0"/>
      <dgm:spPr/>
    </dgm:pt>
    <dgm:pt modelId="{E1B79B8E-12A9-2B43-B690-B7BFAAF700B1}" type="pres">
      <dgm:prSet presAssocID="{916C987D-B6C1-41E7-8C7B-A57DFE4C3D45}" presName="thinLine2b" presStyleLbl="callout" presStyleIdx="3" presStyleCnt="12"/>
      <dgm:spPr/>
    </dgm:pt>
    <dgm:pt modelId="{E0CF7F93-64AD-E04E-9CA3-22B8A0A3D924}" type="pres">
      <dgm:prSet presAssocID="{916C987D-B6C1-41E7-8C7B-A57DFE4C3D45}" presName="vertSpace2b" presStyleCnt="0"/>
      <dgm:spPr/>
    </dgm:pt>
    <dgm:pt modelId="{C3282F07-CB1F-B34C-8C85-4D77A178B03A}" type="pres">
      <dgm:prSet presAssocID="{C175DC43-4B4B-4FFC-98AC-5B912FC6477D}" presName="horz2" presStyleCnt="0"/>
      <dgm:spPr/>
    </dgm:pt>
    <dgm:pt modelId="{B3944317-3718-8B4B-9890-B774B86D3ECF}" type="pres">
      <dgm:prSet presAssocID="{C175DC43-4B4B-4FFC-98AC-5B912FC6477D}" presName="horzSpace2" presStyleCnt="0"/>
      <dgm:spPr/>
    </dgm:pt>
    <dgm:pt modelId="{5A8C9D1A-2418-F247-9141-6528A9ABD5D4}" type="pres">
      <dgm:prSet presAssocID="{C175DC43-4B4B-4FFC-98AC-5B912FC6477D}" presName="tx2" presStyleLbl="revTx" presStyleIdx="5" presStyleCnt="13"/>
      <dgm:spPr/>
    </dgm:pt>
    <dgm:pt modelId="{C05E7159-8B0C-1A46-94AA-7D448FDF4746}" type="pres">
      <dgm:prSet presAssocID="{C175DC43-4B4B-4FFC-98AC-5B912FC6477D}" presName="vert2" presStyleCnt="0"/>
      <dgm:spPr/>
    </dgm:pt>
    <dgm:pt modelId="{EF9E189C-9BD6-1145-BB52-FD1882B441A2}" type="pres">
      <dgm:prSet presAssocID="{C175DC43-4B4B-4FFC-98AC-5B912FC6477D}" presName="thinLine2b" presStyleLbl="callout" presStyleIdx="4" presStyleCnt="12"/>
      <dgm:spPr/>
    </dgm:pt>
    <dgm:pt modelId="{42BFDA85-25E9-6947-9673-5B741FF3FDC9}" type="pres">
      <dgm:prSet presAssocID="{C175DC43-4B4B-4FFC-98AC-5B912FC6477D}" presName="vertSpace2b" presStyleCnt="0"/>
      <dgm:spPr/>
    </dgm:pt>
    <dgm:pt modelId="{03654364-A334-E846-9072-CC74B7EC4B21}" type="pres">
      <dgm:prSet presAssocID="{1CC89525-D17D-4E06-B4CA-B926DCDC3FE9}" presName="horz2" presStyleCnt="0"/>
      <dgm:spPr/>
    </dgm:pt>
    <dgm:pt modelId="{C9DD0920-08C0-8247-8587-A43677AC0B54}" type="pres">
      <dgm:prSet presAssocID="{1CC89525-D17D-4E06-B4CA-B926DCDC3FE9}" presName="horzSpace2" presStyleCnt="0"/>
      <dgm:spPr/>
    </dgm:pt>
    <dgm:pt modelId="{17FFA699-C6AE-8F45-B26F-5AAB513C3A9B}" type="pres">
      <dgm:prSet presAssocID="{1CC89525-D17D-4E06-B4CA-B926DCDC3FE9}" presName="tx2" presStyleLbl="revTx" presStyleIdx="6" presStyleCnt="13"/>
      <dgm:spPr/>
    </dgm:pt>
    <dgm:pt modelId="{C0525D15-DF3D-BC40-8E51-95EF6C3B80F1}" type="pres">
      <dgm:prSet presAssocID="{1CC89525-D17D-4E06-B4CA-B926DCDC3FE9}" presName="vert2" presStyleCnt="0"/>
      <dgm:spPr/>
    </dgm:pt>
    <dgm:pt modelId="{1D56B8A3-6B71-E34E-A6EF-6CE1A5535E9C}" type="pres">
      <dgm:prSet presAssocID="{1CC89525-D17D-4E06-B4CA-B926DCDC3FE9}" presName="thinLine2b" presStyleLbl="callout" presStyleIdx="5" presStyleCnt="12"/>
      <dgm:spPr/>
    </dgm:pt>
    <dgm:pt modelId="{65062312-23E4-0A45-80A2-708295FCBA0D}" type="pres">
      <dgm:prSet presAssocID="{1CC89525-D17D-4E06-B4CA-B926DCDC3FE9}" presName="vertSpace2b" presStyleCnt="0"/>
      <dgm:spPr/>
    </dgm:pt>
    <dgm:pt modelId="{BD86D370-E7A9-A84D-99B5-18BBFDE470E3}" type="pres">
      <dgm:prSet presAssocID="{51CE1DC0-A15A-4865-8783-D771ABAA6565}" presName="horz2" presStyleCnt="0"/>
      <dgm:spPr/>
    </dgm:pt>
    <dgm:pt modelId="{2C03AA66-8FDA-7642-AB20-FFA8DEB331BA}" type="pres">
      <dgm:prSet presAssocID="{51CE1DC0-A15A-4865-8783-D771ABAA6565}" presName="horzSpace2" presStyleCnt="0"/>
      <dgm:spPr/>
    </dgm:pt>
    <dgm:pt modelId="{2D47A1D0-E736-684F-AB90-32AD4977BB06}" type="pres">
      <dgm:prSet presAssocID="{51CE1DC0-A15A-4865-8783-D771ABAA6565}" presName="tx2" presStyleLbl="revTx" presStyleIdx="7" presStyleCnt="13"/>
      <dgm:spPr/>
    </dgm:pt>
    <dgm:pt modelId="{55543FF4-E0FD-6748-A0EB-9EC1702B6EC4}" type="pres">
      <dgm:prSet presAssocID="{51CE1DC0-A15A-4865-8783-D771ABAA6565}" presName="vert2" presStyleCnt="0"/>
      <dgm:spPr/>
    </dgm:pt>
    <dgm:pt modelId="{3B0B9C84-9097-844A-8957-EEE8C68F33B1}" type="pres">
      <dgm:prSet presAssocID="{51CE1DC0-A15A-4865-8783-D771ABAA6565}" presName="thinLine2b" presStyleLbl="callout" presStyleIdx="6" presStyleCnt="12"/>
      <dgm:spPr/>
    </dgm:pt>
    <dgm:pt modelId="{94ED94B1-C01C-5C44-9CBC-D2C26EC7B0A2}" type="pres">
      <dgm:prSet presAssocID="{51CE1DC0-A15A-4865-8783-D771ABAA6565}" presName="vertSpace2b" presStyleCnt="0"/>
      <dgm:spPr/>
    </dgm:pt>
    <dgm:pt modelId="{CBFB4831-80F1-3948-B6A1-52B0DAE443FE}" type="pres">
      <dgm:prSet presAssocID="{9BD7A12A-7DB8-4F6B-9293-CE586077C84E}" presName="horz2" presStyleCnt="0"/>
      <dgm:spPr/>
    </dgm:pt>
    <dgm:pt modelId="{A3A6B01A-A50E-BB42-A701-8BA9B9ED727E}" type="pres">
      <dgm:prSet presAssocID="{9BD7A12A-7DB8-4F6B-9293-CE586077C84E}" presName="horzSpace2" presStyleCnt="0"/>
      <dgm:spPr/>
    </dgm:pt>
    <dgm:pt modelId="{09B65799-AB56-F64F-B40C-BF1FDA9EF911}" type="pres">
      <dgm:prSet presAssocID="{9BD7A12A-7DB8-4F6B-9293-CE586077C84E}" presName="tx2" presStyleLbl="revTx" presStyleIdx="8" presStyleCnt="13"/>
      <dgm:spPr/>
    </dgm:pt>
    <dgm:pt modelId="{439F8662-5318-1D40-ABEE-C69B503BA19B}" type="pres">
      <dgm:prSet presAssocID="{9BD7A12A-7DB8-4F6B-9293-CE586077C84E}" presName="vert2" presStyleCnt="0"/>
      <dgm:spPr/>
    </dgm:pt>
    <dgm:pt modelId="{F1A3CB86-C690-5C4C-A425-97519160FA42}" type="pres">
      <dgm:prSet presAssocID="{9BD7A12A-7DB8-4F6B-9293-CE586077C84E}" presName="thinLine2b" presStyleLbl="callout" presStyleIdx="7" presStyleCnt="12"/>
      <dgm:spPr/>
    </dgm:pt>
    <dgm:pt modelId="{C8F56B7B-D081-1645-894B-1478A49800B6}" type="pres">
      <dgm:prSet presAssocID="{9BD7A12A-7DB8-4F6B-9293-CE586077C84E}" presName="vertSpace2b" presStyleCnt="0"/>
      <dgm:spPr/>
    </dgm:pt>
    <dgm:pt modelId="{9A1C6D31-B2C8-9C4B-8CCE-53043A84AB14}" type="pres">
      <dgm:prSet presAssocID="{27679C7F-B7F2-4A57-A704-08149DFEE1AF}" presName="horz2" presStyleCnt="0"/>
      <dgm:spPr/>
    </dgm:pt>
    <dgm:pt modelId="{EF444E58-1ADD-CD45-A8D3-09BF6FCFD19D}" type="pres">
      <dgm:prSet presAssocID="{27679C7F-B7F2-4A57-A704-08149DFEE1AF}" presName="horzSpace2" presStyleCnt="0"/>
      <dgm:spPr/>
    </dgm:pt>
    <dgm:pt modelId="{CAB92904-DA39-904E-BCF0-2F67721F398A}" type="pres">
      <dgm:prSet presAssocID="{27679C7F-B7F2-4A57-A704-08149DFEE1AF}" presName="tx2" presStyleLbl="revTx" presStyleIdx="9" presStyleCnt="13"/>
      <dgm:spPr/>
    </dgm:pt>
    <dgm:pt modelId="{C2071ED0-8DC5-0642-ADC8-C51DCCE3A40C}" type="pres">
      <dgm:prSet presAssocID="{27679C7F-B7F2-4A57-A704-08149DFEE1AF}" presName="vert2" presStyleCnt="0"/>
      <dgm:spPr/>
    </dgm:pt>
    <dgm:pt modelId="{0A644C51-3966-4B4F-9C85-20D02115B2AF}" type="pres">
      <dgm:prSet presAssocID="{27679C7F-B7F2-4A57-A704-08149DFEE1AF}" presName="thinLine2b" presStyleLbl="callout" presStyleIdx="8" presStyleCnt="12"/>
      <dgm:spPr/>
    </dgm:pt>
    <dgm:pt modelId="{B18C1D6F-791F-A84E-95E1-30DDFE0906F4}" type="pres">
      <dgm:prSet presAssocID="{27679C7F-B7F2-4A57-A704-08149DFEE1AF}" presName="vertSpace2b" presStyleCnt="0"/>
      <dgm:spPr/>
    </dgm:pt>
    <dgm:pt modelId="{686DEA8B-F469-9247-9B2A-76DD6406CD40}" type="pres">
      <dgm:prSet presAssocID="{0921977F-8F73-AE4E-B4D2-10166C34DEF3}" presName="horz2" presStyleCnt="0"/>
      <dgm:spPr/>
    </dgm:pt>
    <dgm:pt modelId="{1170EB34-897D-2F46-B68B-3172741D9A53}" type="pres">
      <dgm:prSet presAssocID="{0921977F-8F73-AE4E-B4D2-10166C34DEF3}" presName="horzSpace2" presStyleCnt="0"/>
      <dgm:spPr/>
    </dgm:pt>
    <dgm:pt modelId="{7BC76D16-F62B-5441-9129-277ECAD9181E}" type="pres">
      <dgm:prSet presAssocID="{0921977F-8F73-AE4E-B4D2-10166C34DEF3}" presName="tx2" presStyleLbl="revTx" presStyleIdx="10" presStyleCnt="13"/>
      <dgm:spPr/>
    </dgm:pt>
    <dgm:pt modelId="{F9B14E5D-F91E-D34B-800E-97B317CD0BB2}" type="pres">
      <dgm:prSet presAssocID="{0921977F-8F73-AE4E-B4D2-10166C34DEF3}" presName="vert2" presStyleCnt="0"/>
      <dgm:spPr/>
    </dgm:pt>
    <dgm:pt modelId="{14684576-4E0E-1746-A218-AE225E302920}" type="pres">
      <dgm:prSet presAssocID="{0921977F-8F73-AE4E-B4D2-10166C34DEF3}" presName="thinLine2b" presStyleLbl="callout" presStyleIdx="9" presStyleCnt="12"/>
      <dgm:spPr/>
    </dgm:pt>
    <dgm:pt modelId="{F0239BF2-11B0-DA4E-BE98-5D82E5165B21}" type="pres">
      <dgm:prSet presAssocID="{0921977F-8F73-AE4E-B4D2-10166C34DEF3}" presName="vertSpace2b" presStyleCnt="0"/>
      <dgm:spPr/>
    </dgm:pt>
    <dgm:pt modelId="{C564BEA0-4B7C-844F-BB52-007BFFF4CFBE}" type="pres">
      <dgm:prSet presAssocID="{720BE443-C776-6C49-BC5F-067DB73E1DE5}" presName="horz2" presStyleCnt="0"/>
      <dgm:spPr/>
    </dgm:pt>
    <dgm:pt modelId="{5BD44350-1F5C-D742-ABF8-FF976CAA2965}" type="pres">
      <dgm:prSet presAssocID="{720BE443-C776-6C49-BC5F-067DB73E1DE5}" presName="horzSpace2" presStyleCnt="0"/>
      <dgm:spPr/>
    </dgm:pt>
    <dgm:pt modelId="{06B7D8A8-F223-9B4C-9BBA-FC44B64AA83D}" type="pres">
      <dgm:prSet presAssocID="{720BE443-C776-6C49-BC5F-067DB73E1DE5}" presName="tx2" presStyleLbl="revTx" presStyleIdx="11" presStyleCnt="13"/>
      <dgm:spPr/>
    </dgm:pt>
    <dgm:pt modelId="{D87ADB1F-BFD4-9B40-986E-0A4547D63489}" type="pres">
      <dgm:prSet presAssocID="{720BE443-C776-6C49-BC5F-067DB73E1DE5}" presName="vert2" presStyleCnt="0"/>
      <dgm:spPr/>
    </dgm:pt>
    <dgm:pt modelId="{5352C1D8-8DAF-3140-B3BE-E22A844DA3D2}" type="pres">
      <dgm:prSet presAssocID="{720BE443-C776-6C49-BC5F-067DB73E1DE5}" presName="thinLine2b" presStyleLbl="callout" presStyleIdx="10" presStyleCnt="12"/>
      <dgm:spPr/>
    </dgm:pt>
    <dgm:pt modelId="{A8B060B5-BD68-1545-9EA7-ED787F0C43EF}" type="pres">
      <dgm:prSet presAssocID="{720BE443-C776-6C49-BC5F-067DB73E1DE5}" presName="vertSpace2b" presStyleCnt="0"/>
      <dgm:spPr/>
    </dgm:pt>
    <dgm:pt modelId="{477C1E37-D22A-0047-8D01-3E35483DC968}" type="pres">
      <dgm:prSet presAssocID="{E1F372BD-D99C-D444-AEF5-E0D8AB1380D3}" presName="horz2" presStyleCnt="0"/>
      <dgm:spPr/>
    </dgm:pt>
    <dgm:pt modelId="{C6C193F8-8E96-814F-9219-0C87A29411B7}" type="pres">
      <dgm:prSet presAssocID="{E1F372BD-D99C-D444-AEF5-E0D8AB1380D3}" presName="horzSpace2" presStyleCnt="0"/>
      <dgm:spPr/>
    </dgm:pt>
    <dgm:pt modelId="{C97991E7-7698-314E-8A84-D500C1816458}" type="pres">
      <dgm:prSet presAssocID="{E1F372BD-D99C-D444-AEF5-E0D8AB1380D3}" presName="tx2" presStyleLbl="revTx" presStyleIdx="12" presStyleCnt="13"/>
      <dgm:spPr/>
    </dgm:pt>
    <dgm:pt modelId="{D94E5E2A-E006-A746-9AC7-A9D0E16091ED}" type="pres">
      <dgm:prSet presAssocID="{E1F372BD-D99C-D444-AEF5-E0D8AB1380D3}" presName="vert2" presStyleCnt="0"/>
      <dgm:spPr/>
    </dgm:pt>
    <dgm:pt modelId="{FEE42B16-5BD7-6047-AB57-885695C67CE6}" type="pres">
      <dgm:prSet presAssocID="{E1F372BD-D99C-D444-AEF5-E0D8AB1380D3}" presName="thinLine2b" presStyleLbl="callout" presStyleIdx="11" presStyleCnt="12"/>
      <dgm:spPr/>
    </dgm:pt>
    <dgm:pt modelId="{27F0EA8D-B31F-3549-886E-FAF03ACFC9D1}" type="pres">
      <dgm:prSet presAssocID="{E1F372BD-D99C-D444-AEF5-E0D8AB1380D3}" presName="vertSpace2b" presStyleCnt="0"/>
      <dgm:spPr/>
    </dgm:pt>
  </dgm:ptLst>
  <dgm:cxnLst>
    <dgm:cxn modelId="{409D2003-E849-BA47-B073-A1C876C2E9F1}" type="presOf" srcId="{27679C7F-B7F2-4A57-A704-08149DFEE1AF}" destId="{CAB92904-DA39-904E-BCF0-2F67721F398A}" srcOrd="0" destOrd="0" presId="urn:microsoft.com/office/officeart/2008/layout/LinedList"/>
    <dgm:cxn modelId="{EE8A640A-3671-2C49-A066-88829FA6B76E}" type="presOf" srcId="{51CE1DC0-A15A-4865-8783-D771ABAA6565}" destId="{2D47A1D0-E736-684F-AB90-32AD4977BB06}" srcOrd="0" destOrd="0" presId="urn:microsoft.com/office/officeart/2008/layout/LinedList"/>
    <dgm:cxn modelId="{9F834112-B07F-7744-A1D4-F7F7BB1D6DEE}" type="presOf" srcId="{38B1E1A7-7952-46AD-9B06-FCE0ADB0BBBE}" destId="{EAE1B7CD-B093-5B47-B5BC-C44E8FB7402E}" srcOrd="0" destOrd="0" presId="urn:microsoft.com/office/officeart/2008/layout/LinedList"/>
    <dgm:cxn modelId="{09A4F913-B707-8641-9DD9-DE6F2BA65C85}" type="presOf" srcId="{41A14BCB-3E85-4E2F-84FF-768A63DC9F21}" destId="{79BFD390-49E9-DC4B-B5FE-27C4AED8E8B5}" srcOrd="0" destOrd="0" presId="urn:microsoft.com/office/officeart/2008/layout/LinedList"/>
    <dgm:cxn modelId="{7D5FFC16-6B9F-4BD1-8F06-2BBC034E1A63}" srcId="{41A14BCB-3E85-4E2F-84FF-768A63DC9F21}" destId="{5680859C-29E4-4768-AF61-602B6A7ECB98}" srcOrd="0" destOrd="0" parTransId="{6D7899DC-328D-4377-A480-795A6891B464}" sibTransId="{BAC0AB5C-BAC0-4137-B18E-298B4D495C48}"/>
    <dgm:cxn modelId="{55E7B117-89B4-0743-86A5-342DA3FE7B3B}" type="presOf" srcId="{0921977F-8F73-AE4E-B4D2-10166C34DEF3}" destId="{7BC76D16-F62B-5441-9129-277ECAD9181E}" srcOrd="0" destOrd="0" presId="urn:microsoft.com/office/officeart/2008/layout/LinedList"/>
    <dgm:cxn modelId="{3F33A51C-CD27-4A99-8E70-2D21377F9DFD}" srcId="{41A14BCB-3E85-4E2F-84FF-768A63DC9F21}" destId="{A91608EA-0280-4561-875C-E95E10E62736}" srcOrd="2" destOrd="0" parTransId="{F09AC4FC-3FCB-4196-9B4B-1981BFC91F2B}" sibTransId="{1E458101-CA1E-477A-8786-3DB3A7EC7DEA}"/>
    <dgm:cxn modelId="{7393E547-DC12-4C83-A12A-DA5171074E7A}" srcId="{41A14BCB-3E85-4E2F-84FF-768A63DC9F21}" destId="{27679C7F-B7F2-4A57-A704-08149DFEE1AF}" srcOrd="8" destOrd="0" parTransId="{94791039-DFD8-414B-97F1-F021DE0FEB61}" sibTransId="{1CEB4334-D7F1-466F-8403-070A13C5F2A1}"/>
    <dgm:cxn modelId="{5353D251-4321-0443-AA3F-D908CB32A319}" type="presOf" srcId="{C175DC43-4B4B-4FFC-98AC-5B912FC6477D}" destId="{5A8C9D1A-2418-F247-9141-6528A9ABD5D4}" srcOrd="0" destOrd="0" presId="urn:microsoft.com/office/officeart/2008/layout/LinedList"/>
    <dgm:cxn modelId="{07E10E53-024E-423E-AD82-0C6FD0535B46}" srcId="{28190B03-4F15-4F87-8F3F-70B53E7A0EA0}" destId="{41A14BCB-3E85-4E2F-84FF-768A63DC9F21}" srcOrd="0" destOrd="0" parTransId="{B155ADBD-2AA9-4E91-8642-B13005983366}" sibTransId="{3BC40D06-88DD-44F6-A2BE-0E041BD8534E}"/>
    <dgm:cxn modelId="{407D8F6C-4A53-794C-8859-19E5DA57C08D}" type="presOf" srcId="{720BE443-C776-6C49-BC5F-067DB73E1DE5}" destId="{06B7D8A8-F223-9B4C-9BBA-FC44B64AA83D}" srcOrd="0" destOrd="0" presId="urn:microsoft.com/office/officeart/2008/layout/LinedList"/>
    <dgm:cxn modelId="{A664A27F-F396-054D-8F42-FEC88704987E}" type="presOf" srcId="{A91608EA-0280-4561-875C-E95E10E62736}" destId="{1E01D678-52DF-794D-B0D4-BE12AC9E792E}" srcOrd="0" destOrd="0" presId="urn:microsoft.com/office/officeart/2008/layout/LinedList"/>
    <dgm:cxn modelId="{BB0F4A81-E1E4-40CD-988D-BD6A03E2F7D1}" srcId="{41A14BCB-3E85-4E2F-84FF-768A63DC9F21}" destId="{9BD7A12A-7DB8-4F6B-9293-CE586077C84E}" srcOrd="7" destOrd="0" parTransId="{C44C7529-9B61-4DD2-B052-0330B403B988}" sibTransId="{2EC3D91E-5948-4446-886B-71F0682A636B}"/>
    <dgm:cxn modelId="{63EE5D83-2001-D84E-9902-2D2B373FF790}" type="presOf" srcId="{E1F372BD-D99C-D444-AEF5-E0D8AB1380D3}" destId="{C97991E7-7698-314E-8A84-D500C1816458}" srcOrd="0" destOrd="0" presId="urn:microsoft.com/office/officeart/2008/layout/LinedList"/>
    <dgm:cxn modelId="{60F0B984-102A-864D-8269-CF2B53A8762B}" srcId="{41A14BCB-3E85-4E2F-84FF-768A63DC9F21}" destId="{E1F372BD-D99C-D444-AEF5-E0D8AB1380D3}" srcOrd="11" destOrd="0" parTransId="{5DE44CC8-E02C-2446-9701-DB316A6F1191}" sibTransId="{BF525DC7-E538-6A4F-AFAC-433D92CE48BF}"/>
    <dgm:cxn modelId="{BD8B599A-DFB2-4FF0-9B95-57C8ACA3D5EE}" srcId="{41A14BCB-3E85-4E2F-84FF-768A63DC9F21}" destId="{916C987D-B6C1-41E7-8C7B-A57DFE4C3D45}" srcOrd="3" destOrd="0" parTransId="{35A1BDE1-3C6D-4555-91AE-8DAADA771C79}" sibTransId="{C04030ED-9450-4951-8A6F-E45B297759FC}"/>
    <dgm:cxn modelId="{616CF6A7-2239-3D47-9A5C-ED77D47CDBD6}" type="presOf" srcId="{9BD7A12A-7DB8-4F6B-9293-CE586077C84E}" destId="{09B65799-AB56-F64F-B40C-BF1FDA9EF911}" srcOrd="0" destOrd="0" presId="urn:microsoft.com/office/officeart/2008/layout/LinedList"/>
    <dgm:cxn modelId="{391D72B3-E9C4-F64F-875C-8EEFAE763845}" srcId="{41A14BCB-3E85-4E2F-84FF-768A63DC9F21}" destId="{0921977F-8F73-AE4E-B4D2-10166C34DEF3}" srcOrd="9" destOrd="0" parTransId="{59376759-5913-FC4E-9DD6-6585C9E827F6}" sibTransId="{A36CCADE-B256-3F46-8BF2-783E675A7E39}"/>
    <dgm:cxn modelId="{F06648C6-82F6-0A47-BF76-28FF82304310}" srcId="{41A14BCB-3E85-4E2F-84FF-768A63DC9F21}" destId="{720BE443-C776-6C49-BC5F-067DB73E1DE5}" srcOrd="10" destOrd="0" parTransId="{D6924FA0-8CA9-7541-BEFF-38B047B0C205}" sibTransId="{9694446D-76DC-AB4D-8AA4-CC551862114D}"/>
    <dgm:cxn modelId="{8D3E23C7-A174-FF49-8D41-1777DF655D8E}" type="presOf" srcId="{1CC89525-D17D-4E06-B4CA-B926DCDC3FE9}" destId="{17FFA699-C6AE-8F45-B26F-5AAB513C3A9B}" srcOrd="0" destOrd="0" presId="urn:microsoft.com/office/officeart/2008/layout/LinedList"/>
    <dgm:cxn modelId="{18DFA7CD-E057-42A0-86B8-117B077E6AC0}" srcId="{41A14BCB-3E85-4E2F-84FF-768A63DC9F21}" destId="{C175DC43-4B4B-4FFC-98AC-5B912FC6477D}" srcOrd="4" destOrd="0" parTransId="{0486AE40-8D98-4CAF-BACE-48FDFC49CA1E}" sibTransId="{4392F3A7-4141-47FD-AA80-D6948A4584D9}"/>
    <dgm:cxn modelId="{F1D8A2DF-4548-374E-8F24-92F8FE70F301}" type="presOf" srcId="{916C987D-B6C1-41E7-8C7B-A57DFE4C3D45}" destId="{2C8B9004-4286-DA41-B46C-7348721F81FC}" srcOrd="0" destOrd="0" presId="urn:microsoft.com/office/officeart/2008/layout/LinedList"/>
    <dgm:cxn modelId="{CAC67FE3-9DB1-4BC6-8DF8-5CEC95F78006}" srcId="{41A14BCB-3E85-4E2F-84FF-768A63DC9F21}" destId="{51CE1DC0-A15A-4865-8783-D771ABAA6565}" srcOrd="6" destOrd="0" parTransId="{03054A56-E33A-4C4A-97B0-FC1C963181A1}" sibTransId="{6D483870-3B0A-4CBE-863E-4AC69F693A10}"/>
    <dgm:cxn modelId="{9C4779EA-A3CC-495B-90EC-A51B8C38993B}" srcId="{41A14BCB-3E85-4E2F-84FF-768A63DC9F21}" destId="{38B1E1A7-7952-46AD-9B06-FCE0ADB0BBBE}" srcOrd="1" destOrd="0" parTransId="{FDC030A2-2852-405E-95B2-5D91968E7FC3}" sibTransId="{5211FBAE-297D-4375-B270-DDC5D15F4FC2}"/>
    <dgm:cxn modelId="{12440AED-7D79-784E-A583-006CB4D0EFB5}" type="presOf" srcId="{28190B03-4F15-4F87-8F3F-70B53E7A0EA0}" destId="{92D50E40-7888-1246-BE38-2F17858A5A6D}" srcOrd="0" destOrd="0" presId="urn:microsoft.com/office/officeart/2008/layout/LinedList"/>
    <dgm:cxn modelId="{EA2904F0-DF17-47A4-997A-0217472424C4}" srcId="{41A14BCB-3E85-4E2F-84FF-768A63DC9F21}" destId="{1CC89525-D17D-4E06-B4CA-B926DCDC3FE9}" srcOrd="5" destOrd="0" parTransId="{96F73996-1F81-4C58-91A3-AB5324811BA1}" sibTransId="{1781725C-E181-4D0C-B8CD-E1FBDC937C41}"/>
    <dgm:cxn modelId="{69436FFC-4923-5647-A2BE-D8CD7499A4A0}" type="presOf" srcId="{5680859C-29E4-4768-AF61-602B6A7ECB98}" destId="{2BBC4DB0-202F-824A-92F9-B1A14307CA18}" srcOrd="0" destOrd="0" presId="urn:microsoft.com/office/officeart/2008/layout/LinedList"/>
    <dgm:cxn modelId="{8BBFBFA7-B22B-154D-BC59-2B7239903B8C}" type="presParOf" srcId="{92D50E40-7888-1246-BE38-2F17858A5A6D}" destId="{DA479570-CD37-204E-8904-F95B386ADB50}" srcOrd="0" destOrd="0" presId="urn:microsoft.com/office/officeart/2008/layout/LinedList"/>
    <dgm:cxn modelId="{0D38757A-2E07-B04C-B492-50102B9B9AB0}" type="presParOf" srcId="{92D50E40-7888-1246-BE38-2F17858A5A6D}" destId="{1E48D306-A031-684C-899F-FCF12242A7F7}" srcOrd="1" destOrd="0" presId="urn:microsoft.com/office/officeart/2008/layout/LinedList"/>
    <dgm:cxn modelId="{CDF54644-5397-3C47-90F8-BE45B15DFCEA}" type="presParOf" srcId="{1E48D306-A031-684C-899F-FCF12242A7F7}" destId="{79BFD390-49E9-DC4B-B5FE-27C4AED8E8B5}" srcOrd="0" destOrd="0" presId="urn:microsoft.com/office/officeart/2008/layout/LinedList"/>
    <dgm:cxn modelId="{21C2D148-A24A-104E-BFC8-128DD25C8BDC}" type="presParOf" srcId="{1E48D306-A031-684C-899F-FCF12242A7F7}" destId="{31AF2A43-F6D8-654E-BF84-20547BF67714}" srcOrd="1" destOrd="0" presId="urn:microsoft.com/office/officeart/2008/layout/LinedList"/>
    <dgm:cxn modelId="{4A0EC452-FBCA-7C4D-9C94-3CE6F63C70C9}" type="presParOf" srcId="{31AF2A43-F6D8-654E-BF84-20547BF67714}" destId="{CAF490CC-4317-1B4F-BCF6-AFCDAECEE7F2}" srcOrd="0" destOrd="0" presId="urn:microsoft.com/office/officeart/2008/layout/LinedList"/>
    <dgm:cxn modelId="{9236CA43-1351-D64F-B476-B4CA8029474B}" type="presParOf" srcId="{31AF2A43-F6D8-654E-BF84-20547BF67714}" destId="{76CB89EC-0AF4-B745-B466-B6AC906CD901}" srcOrd="1" destOrd="0" presId="urn:microsoft.com/office/officeart/2008/layout/LinedList"/>
    <dgm:cxn modelId="{A644C9AB-E15E-1441-9B3D-AD923DBCDAC4}" type="presParOf" srcId="{76CB89EC-0AF4-B745-B466-B6AC906CD901}" destId="{A95AD74A-C2BA-DB45-8274-0D46BED54C1B}" srcOrd="0" destOrd="0" presId="urn:microsoft.com/office/officeart/2008/layout/LinedList"/>
    <dgm:cxn modelId="{C07F2DE7-A4EB-DB4C-B484-DE8E35F00BCA}" type="presParOf" srcId="{76CB89EC-0AF4-B745-B466-B6AC906CD901}" destId="{2BBC4DB0-202F-824A-92F9-B1A14307CA18}" srcOrd="1" destOrd="0" presId="urn:microsoft.com/office/officeart/2008/layout/LinedList"/>
    <dgm:cxn modelId="{88A7473D-D7A9-2C4F-9925-7A8923CC54E9}" type="presParOf" srcId="{76CB89EC-0AF4-B745-B466-B6AC906CD901}" destId="{1CFDC2BD-7F5C-2F48-A3CC-046552A09D05}" srcOrd="2" destOrd="0" presId="urn:microsoft.com/office/officeart/2008/layout/LinedList"/>
    <dgm:cxn modelId="{CC82CF24-F5D4-734D-A01A-E4ABDFC9A88F}" type="presParOf" srcId="{31AF2A43-F6D8-654E-BF84-20547BF67714}" destId="{C5C86BD6-66FF-2B42-ACCA-DECD5CE92B1E}" srcOrd="2" destOrd="0" presId="urn:microsoft.com/office/officeart/2008/layout/LinedList"/>
    <dgm:cxn modelId="{1B1F0C12-134F-5C4B-A23A-4E6639EA8D0B}" type="presParOf" srcId="{31AF2A43-F6D8-654E-BF84-20547BF67714}" destId="{A80A4480-D6C4-DE43-B6C5-1413D0790795}" srcOrd="3" destOrd="0" presId="urn:microsoft.com/office/officeart/2008/layout/LinedList"/>
    <dgm:cxn modelId="{AD44EF0A-053E-934C-AF8A-AB45A88C2D35}" type="presParOf" srcId="{31AF2A43-F6D8-654E-BF84-20547BF67714}" destId="{76804DD2-8CBE-BB4B-919F-633159836C57}" srcOrd="4" destOrd="0" presId="urn:microsoft.com/office/officeart/2008/layout/LinedList"/>
    <dgm:cxn modelId="{5473A2C7-D1CB-1847-8030-457512C2BDF4}" type="presParOf" srcId="{76804DD2-8CBE-BB4B-919F-633159836C57}" destId="{39BEAB13-06C4-C948-836D-1C9C8F560FD5}" srcOrd="0" destOrd="0" presId="urn:microsoft.com/office/officeart/2008/layout/LinedList"/>
    <dgm:cxn modelId="{41BCB017-6DC3-064A-9729-64AEA21BD605}" type="presParOf" srcId="{76804DD2-8CBE-BB4B-919F-633159836C57}" destId="{EAE1B7CD-B093-5B47-B5BC-C44E8FB7402E}" srcOrd="1" destOrd="0" presId="urn:microsoft.com/office/officeart/2008/layout/LinedList"/>
    <dgm:cxn modelId="{018EEF14-DF66-1344-B9D8-2EE788F7A59D}" type="presParOf" srcId="{76804DD2-8CBE-BB4B-919F-633159836C57}" destId="{1F91C22F-0727-5746-ACD9-64DA334D9F4E}" srcOrd="2" destOrd="0" presId="urn:microsoft.com/office/officeart/2008/layout/LinedList"/>
    <dgm:cxn modelId="{BB99BE72-F0DF-4F4F-A107-AFC94A2E4752}" type="presParOf" srcId="{31AF2A43-F6D8-654E-BF84-20547BF67714}" destId="{14C8EC40-5A57-1C47-B74E-14F53656D0C9}" srcOrd="5" destOrd="0" presId="urn:microsoft.com/office/officeart/2008/layout/LinedList"/>
    <dgm:cxn modelId="{15A51B59-9702-2940-96DA-F58F24D188E0}" type="presParOf" srcId="{31AF2A43-F6D8-654E-BF84-20547BF67714}" destId="{8900F351-3890-6D4B-99C1-304FFDC06658}" srcOrd="6" destOrd="0" presId="urn:microsoft.com/office/officeart/2008/layout/LinedList"/>
    <dgm:cxn modelId="{8DD43782-D57E-FF4E-A2EA-34DBF469831F}" type="presParOf" srcId="{31AF2A43-F6D8-654E-BF84-20547BF67714}" destId="{D37EDDAA-6597-614D-AEAC-450D3177B772}" srcOrd="7" destOrd="0" presId="urn:microsoft.com/office/officeart/2008/layout/LinedList"/>
    <dgm:cxn modelId="{B4F1F33B-4E78-FD4D-A29C-C1E4C3ECE4C5}" type="presParOf" srcId="{D37EDDAA-6597-614D-AEAC-450D3177B772}" destId="{229A05B7-224D-424C-8D7C-A386B2066458}" srcOrd="0" destOrd="0" presId="urn:microsoft.com/office/officeart/2008/layout/LinedList"/>
    <dgm:cxn modelId="{F511BEE9-A2DE-AF42-A2B7-004FCA6F176E}" type="presParOf" srcId="{D37EDDAA-6597-614D-AEAC-450D3177B772}" destId="{1E01D678-52DF-794D-B0D4-BE12AC9E792E}" srcOrd="1" destOrd="0" presId="urn:microsoft.com/office/officeart/2008/layout/LinedList"/>
    <dgm:cxn modelId="{7296AD0A-3DBA-0147-9E8C-8CCA0DB89660}" type="presParOf" srcId="{D37EDDAA-6597-614D-AEAC-450D3177B772}" destId="{9142710C-C5E9-B94E-8869-13737033A8FD}" srcOrd="2" destOrd="0" presId="urn:microsoft.com/office/officeart/2008/layout/LinedList"/>
    <dgm:cxn modelId="{732869F8-767B-414B-8212-E1AB7EA9A707}" type="presParOf" srcId="{31AF2A43-F6D8-654E-BF84-20547BF67714}" destId="{FDB17648-A5CC-4145-9247-DC72A21FDBE0}" srcOrd="8" destOrd="0" presId="urn:microsoft.com/office/officeart/2008/layout/LinedList"/>
    <dgm:cxn modelId="{8FCC3986-065B-764E-9321-4C29D5CB2627}" type="presParOf" srcId="{31AF2A43-F6D8-654E-BF84-20547BF67714}" destId="{2075CE22-042A-9840-A899-5412F8A6E684}" srcOrd="9" destOrd="0" presId="urn:microsoft.com/office/officeart/2008/layout/LinedList"/>
    <dgm:cxn modelId="{DE720998-DAED-644C-88B5-280D98433B6C}" type="presParOf" srcId="{31AF2A43-F6D8-654E-BF84-20547BF67714}" destId="{9A022AD9-004D-8C4B-8DA6-032ECC8E25BC}" srcOrd="10" destOrd="0" presId="urn:microsoft.com/office/officeart/2008/layout/LinedList"/>
    <dgm:cxn modelId="{CDE57A1D-46F9-554B-8404-D7D3814DFB41}" type="presParOf" srcId="{9A022AD9-004D-8C4B-8DA6-032ECC8E25BC}" destId="{BA3F9168-6F8D-7448-A237-E737F1B5ED1C}" srcOrd="0" destOrd="0" presId="urn:microsoft.com/office/officeart/2008/layout/LinedList"/>
    <dgm:cxn modelId="{81E2C208-C9B3-EC40-B655-34772BDDCA0F}" type="presParOf" srcId="{9A022AD9-004D-8C4B-8DA6-032ECC8E25BC}" destId="{2C8B9004-4286-DA41-B46C-7348721F81FC}" srcOrd="1" destOrd="0" presId="urn:microsoft.com/office/officeart/2008/layout/LinedList"/>
    <dgm:cxn modelId="{87129275-B373-F24D-8434-E965C04D7E06}" type="presParOf" srcId="{9A022AD9-004D-8C4B-8DA6-032ECC8E25BC}" destId="{F4854339-4BF5-884E-BF47-558D303D3362}" srcOrd="2" destOrd="0" presId="urn:microsoft.com/office/officeart/2008/layout/LinedList"/>
    <dgm:cxn modelId="{3FE6EC8F-BBD6-EB41-9730-5C99775A7BDC}" type="presParOf" srcId="{31AF2A43-F6D8-654E-BF84-20547BF67714}" destId="{E1B79B8E-12A9-2B43-B690-B7BFAAF700B1}" srcOrd="11" destOrd="0" presId="urn:microsoft.com/office/officeart/2008/layout/LinedList"/>
    <dgm:cxn modelId="{A6C45020-2B20-6D40-BA64-3B0F788C78EE}" type="presParOf" srcId="{31AF2A43-F6D8-654E-BF84-20547BF67714}" destId="{E0CF7F93-64AD-E04E-9CA3-22B8A0A3D924}" srcOrd="12" destOrd="0" presId="urn:microsoft.com/office/officeart/2008/layout/LinedList"/>
    <dgm:cxn modelId="{31D068F0-F8D4-3644-BFC8-554CFFF70DCF}" type="presParOf" srcId="{31AF2A43-F6D8-654E-BF84-20547BF67714}" destId="{C3282F07-CB1F-B34C-8C85-4D77A178B03A}" srcOrd="13" destOrd="0" presId="urn:microsoft.com/office/officeart/2008/layout/LinedList"/>
    <dgm:cxn modelId="{CAA74079-84DB-8540-A8EB-272C86881AC2}" type="presParOf" srcId="{C3282F07-CB1F-B34C-8C85-4D77A178B03A}" destId="{B3944317-3718-8B4B-9890-B774B86D3ECF}" srcOrd="0" destOrd="0" presId="urn:microsoft.com/office/officeart/2008/layout/LinedList"/>
    <dgm:cxn modelId="{D23AC468-9242-9944-97E6-2FCDD4BE421E}" type="presParOf" srcId="{C3282F07-CB1F-B34C-8C85-4D77A178B03A}" destId="{5A8C9D1A-2418-F247-9141-6528A9ABD5D4}" srcOrd="1" destOrd="0" presId="urn:microsoft.com/office/officeart/2008/layout/LinedList"/>
    <dgm:cxn modelId="{7316376D-9DCE-8441-A975-5400D2FBAA9D}" type="presParOf" srcId="{C3282F07-CB1F-B34C-8C85-4D77A178B03A}" destId="{C05E7159-8B0C-1A46-94AA-7D448FDF4746}" srcOrd="2" destOrd="0" presId="urn:microsoft.com/office/officeart/2008/layout/LinedList"/>
    <dgm:cxn modelId="{9EDA8F0F-EC30-194C-958A-97C146E3C364}" type="presParOf" srcId="{31AF2A43-F6D8-654E-BF84-20547BF67714}" destId="{EF9E189C-9BD6-1145-BB52-FD1882B441A2}" srcOrd="14" destOrd="0" presId="urn:microsoft.com/office/officeart/2008/layout/LinedList"/>
    <dgm:cxn modelId="{4FFB618D-3553-9B4C-9FE2-3A7D5BF11C48}" type="presParOf" srcId="{31AF2A43-F6D8-654E-BF84-20547BF67714}" destId="{42BFDA85-25E9-6947-9673-5B741FF3FDC9}" srcOrd="15" destOrd="0" presId="urn:microsoft.com/office/officeart/2008/layout/LinedList"/>
    <dgm:cxn modelId="{87FE05C1-94ED-DF4E-93F8-73A51DEA2EAC}" type="presParOf" srcId="{31AF2A43-F6D8-654E-BF84-20547BF67714}" destId="{03654364-A334-E846-9072-CC74B7EC4B21}" srcOrd="16" destOrd="0" presId="urn:microsoft.com/office/officeart/2008/layout/LinedList"/>
    <dgm:cxn modelId="{BA6E8F60-4F32-1E47-B371-2B99D01EF76E}" type="presParOf" srcId="{03654364-A334-E846-9072-CC74B7EC4B21}" destId="{C9DD0920-08C0-8247-8587-A43677AC0B54}" srcOrd="0" destOrd="0" presId="urn:microsoft.com/office/officeart/2008/layout/LinedList"/>
    <dgm:cxn modelId="{82619A5E-4032-A745-B310-20B024FCBCE9}" type="presParOf" srcId="{03654364-A334-E846-9072-CC74B7EC4B21}" destId="{17FFA699-C6AE-8F45-B26F-5AAB513C3A9B}" srcOrd="1" destOrd="0" presId="urn:microsoft.com/office/officeart/2008/layout/LinedList"/>
    <dgm:cxn modelId="{B47EDDFC-13AF-D241-96E1-C7641B77DAFE}" type="presParOf" srcId="{03654364-A334-E846-9072-CC74B7EC4B21}" destId="{C0525D15-DF3D-BC40-8E51-95EF6C3B80F1}" srcOrd="2" destOrd="0" presId="urn:microsoft.com/office/officeart/2008/layout/LinedList"/>
    <dgm:cxn modelId="{94DD7FAB-6A9C-8A48-9D10-103E161ADBC7}" type="presParOf" srcId="{31AF2A43-F6D8-654E-BF84-20547BF67714}" destId="{1D56B8A3-6B71-E34E-A6EF-6CE1A5535E9C}" srcOrd="17" destOrd="0" presId="urn:microsoft.com/office/officeart/2008/layout/LinedList"/>
    <dgm:cxn modelId="{D0EF0864-3B4A-6340-A084-79A19D6A60EE}" type="presParOf" srcId="{31AF2A43-F6D8-654E-BF84-20547BF67714}" destId="{65062312-23E4-0A45-80A2-708295FCBA0D}" srcOrd="18" destOrd="0" presId="urn:microsoft.com/office/officeart/2008/layout/LinedList"/>
    <dgm:cxn modelId="{D0339EFD-1991-BF49-ABE2-04B622A80526}" type="presParOf" srcId="{31AF2A43-F6D8-654E-BF84-20547BF67714}" destId="{BD86D370-E7A9-A84D-99B5-18BBFDE470E3}" srcOrd="19" destOrd="0" presId="urn:microsoft.com/office/officeart/2008/layout/LinedList"/>
    <dgm:cxn modelId="{A5D0B748-BEF2-634A-8C36-797DD879E98C}" type="presParOf" srcId="{BD86D370-E7A9-A84D-99B5-18BBFDE470E3}" destId="{2C03AA66-8FDA-7642-AB20-FFA8DEB331BA}" srcOrd="0" destOrd="0" presId="urn:microsoft.com/office/officeart/2008/layout/LinedList"/>
    <dgm:cxn modelId="{33C882D6-D863-0A4F-BF2F-6A03AD524C8B}" type="presParOf" srcId="{BD86D370-E7A9-A84D-99B5-18BBFDE470E3}" destId="{2D47A1D0-E736-684F-AB90-32AD4977BB06}" srcOrd="1" destOrd="0" presId="urn:microsoft.com/office/officeart/2008/layout/LinedList"/>
    <dgm:cxn modelId="{08E6C07D-BB22-3A4B-A931-4A8AD6906653}" type="presParOf" srcId="{BD86D370-E7A9-A84D-99B5-18BBFDE470E3}" destId="{55543FF4-E0FD-6748-A0EB-9EC1702B6EC4}" srcOrd="2" destOrd="0" presId="urn:microsoft.com/office/officeart/2008/layout/LinedList"/>
    <dgm:cxn modelId="{6C9511FB-D173-534A-8258-C4732B4BD083}" type="presParOf" srcId="{31AF2A43-F6D8-654E-BF84-20547BF67714}" destId="{3B0B9C84-9097-844A-8957-EEE8C68F33B1}" srcOrd="20" destOrd="0" presId="urn:microsoft.com/office/officeart/2008/layout/LinedList"/>
    <dgm:cxn modelId="{ECA8A8C3-C0FF-B648-A5AB-E31E6F2AC756}" type="presParOf" srcId="{31AF2A43-F6D8-654E-BF84-20547BF67714}" destId="{94ED94B1-C01C-5C44-9CBC-D2C26EC7B0A2}" srcOrd="21" destOrd="0" presId="urn:microsoft.com/office/officeart/2008/layout/LinedList"/>
    <dgm:cxn modelId="{24417D83-E6AB-1F41-B96F-3A04387E3309}" type="presParOf" srcId="{31AF2A43-F6D8-654E-BF84-20547BF67714}" destId="{CBFB4831-80F1-3948-B6A1-52B0DAE443FE}" srcOrd="22" destOrd="0" presId="urn:microsoft.com/office/officeart/2008/layout/LinedList"/>
    <dgm:cxn modelId="{7D0BDF28-3899-0F41-9412-0B3E3457C822}" type="presParOf" srcId="{CBFB4831-80F1-3948-B6A1-52B0DAE443FE}" destId="{A3A6B01A-A50E-BB42-A701-8BA9B9ED727E}" srcOrd="0" destOrd="0" presId="urn:microsoft.com/office/officeart/2008/layout/LinedList"/>
    <dgm:cxn modelId="{74EC16E9-ECAB-6444-975F-BF8FA8D45089}" type="presParOf" srcId="{CBFB4831-80F1-3948-B6A1-52B0DAE443FE}" destId="{09B65799-AB56-F64F-B40C-BF1FDA9EF911}" srcOrd="1" destOrd="0" presId="urn:microsoft.com/office/officeart/2008/layout/LinedList"/>
    <dgm:cxn modelId="{819C8127-45F4-714C-B6FD-FC002C118642}" type="presParOf" srcId="{CBFB4831-80F1-3948-B6A1-52B0DAE443FE}" destId="{439F8662-5318-1D40-ABEE-C69B503BA19B}" srcOrd="2" destOrd="0" presId="urn:microsoft.com/office/officeart/2008/layout/LinedList"/>
    <dgm:cxn modelId="{EAB8C4D7-6E8A-9545-9F59-276141EECDC7}" type="presParOf" srcId="{31AF2A43-F6D8-654E-BF84-20547BF67714}" destId="{F1A3CB86-C690-5C4C-A425-97519160FA42}" srcOrd="23" destOrd="0" presId="urn:microsoft.com/office/officeart/2008/layout/LinedList"/>
    <dgm:cxn modelId="{19A9E66F-E0AC-6349-8FE4-46E1140E138D}" type="presParOf" srcId="{31AF2A43-F6D8-654E-BF84-20547BF67714}" destId="{C8F56B7B-D081-1645-894B-1478A49800B6}" srcOrd="24" destOrd="0" presId="urn:microsoft.com/office/officeart/2008/layout/LinedList"/>
    <dgm:cxn modelId="{310A28D7-3DBC-3541-8D50-8B11E73457BB}" type="presParOf" srcId="{31AF2A43-F6D8-654E-BF84-20547BF67714}" destId="{9A1C6D31-B2C8-9C4B-8CCE-53043A84AB14}" srcOrd="25" destOrd="0" presId="urn:microsoft.com/office/officeart/2008/layout/LinedList"/>
    <dgm:cxn modelId="{49FC6216-3018-764D-95DB-0CFF9ACFC1DE}" type="presParOf" srcId="{9A1C6D31-B2C8-9C4B-8CCE-53043A84AB14}" destId="{EF444E58-1ADD-CD45-A8D3-09BF6FCFD19D}" srcOrd="0" destOrd="0" presId="urn:microsoft.com/office/officeart/2008/layout/LinedList"/>
    <dgm:cxn modelId="{B6E4D40E-2A93-E344-81D6-D28EA0ECEFB1}" type="presParOf" srcId="{9A1C6D31-B2C8-9C4B-8CCE-53043A84AB14}" destId="{CAB92904-DA39-904E-BCF0-2F67721F398A}" srcOrd="1" destOrd="0" presId="urn:microsoft.com/office/officeart/2008/layout/LinedList"/>
    <dgm:cxn modelId="{EC31DAFF-18C6-7B4C-8028-4E95F8D372F3}" type="presParOf" srcId="{9A1C6D31-B2C8-9C4B-8CCE-53043A84AB14}" destId="{C2071ED0-8DC5-0642-ADC8-C51DCCE3A40C}" srcOrd="2" destOrd="0" presId="urn:microsoft.com/office/officeart/2008/layout/LinedList"/>
    <dgm:cxn modelId="{A93A73C4-766C-484E-8D25-1670F94B7471}" type="presParOf" srcId="{31AF2A43-F6D8-654E-BF84-20547BF67714}" destId="{0A644C51-3966-4B4F-9C85-20D02115B2AF}" srcOrd="26" destOrd="0" presId="urn:microsoft.com/office/officeart/2008/layout/LinedList"/>
    <dgm:cxn modelId="{212BA140-2C26-244D-BAA4-55FD36C29D7C}" type="presParOf" srcId="{31AF2A43-F6D8-654E-BF84-20547BF67714}" destId="{B18C1D6F-791F-A84E-95E1-30DDFE0906F4}" srcOrd="27" destOrd="0" presId="urn:microsoft.com/office/officeart/2008/layout/LinedList"/>
    <dgm:cxn modelId="{00F1081C-A658-094F-B152-D6C63B4F6BC5}" type="presParOf" srcId="{31AF2A43-F6D8-654E-BF84-20547BF67714}" destId="{686DEA8B-F469-9247-9B2A-76DD6406CD40}" srcOrd="28" destOrd="0" presId="urn:microsoft.com/office/officeart/2008/layout/LinedList"/>
    <dgm:cxn modelId="{CC3CC930-9AF4-1F4F-9566-D13CBE459910}" type="presParOf" srcId="{686DEA8B-F469-9247-9B2A-76DD6406CD40}" destId="{1170EB34-897D-2F46-B68B-3172741D9A53}" srcOrd="0" destOrd="0" presId="urn:microsoft.com/office/officeart/2008/layout/LinedList"/>
    <dgm:cxn modelId="{A6CFBA5B-13D1-2641-8C48-5DFCD632538E}" type="presParOf" srcId="{686DEA8B-F469-9247-9B2A-76DD6406CD40}" destId="{7BC76D16-F62B-5441-9129-277ECAD9181E}" srcOrd="1" destOrd="0" presId="urn:microsoft.com/office/officeart/2008/layout/LinedList"/>
    <dgm:cxn modelId="{5BB4169A-2E28-1743-9E76-C41211348395}" type="presParOf" srcId="{686DEA8B-F469-9247-9B2A-76DD6406CD40}" destId="{F9B14E5D-F91E-D34B-800E-97B317CD0BB2}" srcOrd="2" destOrd="0" presId="urn:microsoft.com/office/officeart/2008/layout/LinedList"/>
    <dgm:cxn modelId="{DDDA8CCA-9730-464B-A465-5C71A55215ED}" type="presParOf" srcId="{31AF2A43-F6D8-654E-BF84-20547BF67714}" destId="{14684576-4E0E-1746-A218-AE225E302920}" srcOrd="29" destOrd="0" presId="urn:microsoft.com/office/officeart/2008/layout/LinedList"/>
    <dgm:cxn modelId="{98889243-2EA0-C64C-A938-6172068ED338}" type="presParOf" srcId="{31AF2A43-F6D8-654E-BF84-20547BF67714}" destId="{F0239BF2-11B0-DA4E-BE98-5D82E5165B21}" srcOrd="30" destOrd="0" presId="urn:microsoft.com/office/officeart/2008/layout/LinedList"/>
    <dgm:cxn modelId="{9592857E-DC73-9E41-88FA-B78D977402E7}" type="presParOf" srcId="{31AF2A43-F6D8-654E-BF84-20547BF67714}" destId="{C564BEA0-4B7C-844F-BB52-007BFFF4CFBE}" srcOrd="31" destOrd="0" presId="urn:microsoft.com/office/officeart/2008/layout/LinedList"/>
    <dgm:cxn modelId="{3F1813C2-D23F-8845-AAF9-366DE171BA57}" type="presParOf" srcId="{C564BEA0-4B7C-844F-BB52-007BFFF4CFBE}" destId="{5BD44350-1F5C-D742-ABF8-FF976CAA2965}" srcOrd="0" destOrd="0" presId="urn:microsoft.com/office/officeart/2008/layout/LinedList"/>
    <dgm:cxn modelId="{61716066-DF3A-CA46-A17D-DD31A7BF7DE3}" type="presParOf" srcId="{C564BEA0-4B7C-844F-BB52-007BFFF4CFBE}" destId="{06B7D8A8-F223-9B4C-9BBA-FC44B64AA83D}" srcOrd="1" destOrd="0" presId="urn:microsoft.com/office/officeart/2008/layout/LinedList"/>
    <dgm:cxn modelId="{2A3E026F-64E2-3047-B622-49F7CAEBB2FD}" type="presParOf" srcId="{C564BEA0-4B7C-844F-BB52-007BFFF4CFBE}" destId="{D87ADB1F-BFD4-9B40-986E-0A4547D63489}" srcOrd="2" destOrd="0" presId="urn:microsoft.com/office/officeart/2008/layout/LinedList"/>
    <dgm:cxn modelId="{158BF97A-F7EE-6F41-9C3F-5CC223A93350}" type="presParOf" srcId="{31AF2A43-F6D8-654E-BF84-20547BF67714}" destId="{5352C1D8-8DAF-3140-B3BE-E22A844DA3D2}" srcOrd="32" destOrd="0" presId="urn:microsoft.com/office/officeart/2008/layout/LinedList"/>
    <dgm:cxn modelId="{4C870763-B851-254A-A958-CED309A770CB}" type="presParOf" srcId="{31AF2A43-F6D8-654E-BF84-20547BF67714}" destId="{A8B060B5-BD68-1545-9EA7-ED787F0C43EF}" srcOrd="33" destOrd="0" presId="urn:microsoft.com/office/officeart/2008/layout/LinedList"/>
    <dgm:cxn modelId="{FBF95114-3B1C-8F4F-A2EC-BBE098193B99}" type="presParOf" srcId="{31AF2A43-F6D8-654E-BF84-20547BF67714}" destId="{477C1E37-D22A-0047-8D01-3E35483DC968}" srcOrd="34" destOrd="0" presId="urn:microsoft.com/office/officeart/2008/layout/LinedList"/>
    <dgm:cxn modelId="{134E8B62-9C1D-3747-B401-C0D2A40CEC08}" type="presParOf" srcId="{477C1E37-D22A-0047-8D01-3E35483DC968}" destId="{C6C193F8-8E96-814F-9219-0C87A29411B7}" srcOrd="0" destOrd="0" presId="urn:microsoft.com/office/officeart/2008/layout/LinedList"/>
    <dgm:cxn modelId="{621EC603-730C-2C4B-81B2-73D3D8F1EA7E}" type="presParOf" srcId="{477C1E37-D22A-0047-8D01-3E35483DC968}" destId="{C97991E7-7698-314E-8A84-D500C1816458}" srcOrd="1" destOrd="0" presId="urn:microsoft.com/office/officeart/2008/layout/LinedList"/>
    <dgm:cxn modelId="{38A4F952-4ABA-1F43-91AE-435AF107C477}" type="presParOf" srcId="{477C1E37-D22A-0047-8D01-3E35483DC968}" destId="{D94E5E2A-E006-A746-9AC7-A9D0E16091ED}" srcOrd="2" destOrd="0" presId="urn:microsoft.com/office/officeart/2008/layout/LinedList"/>
    <dgm:cxn modelId="{3B5B068A-FC73-AE46-9A4D-4D55252EFCEE}" type="presParOf" srcId="{31AF2A43-F6D8-654E-BF84-20547BF67714}" destId="{FEE42B16-5BD7-6047-AB57-885695C67CE6}" srcOrd="35" destOrd="0" presId="urn:microsoft.com/office/officeart/2008/layout/LinedList"/>
    <dgm:cxn modelId="{2499A4BE-AE86-2044-8019-1B9D826C6B2F}" type="presParOf" srcId="{31AF2A43-F6D8-654E-BF84-20547BF67714}" destId="{27F0EA8D-B31F-3549-886E-FAF03ACFC9D1}" srcOrd="3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06C640-0ADC-42BC-8BDC-CC39A6279E7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A9B9F0D-3C83-4BAC-AE3C-535BC33CBB31}">
      <dgm:prSet/>
      <dgm:spPr/>
      <dgm:t>
        <a:bodyPr/>
        <a:lstStyle/>
        <a:p>
          <a:pPr>
            <a:lnSpc>
              <a:spcPct val="100000"/>
            </a:lnSpc>
          </a:pPr>
          <a:r>
            <a:rPr lang="en-IN" dirty="0"/>
            <a:t>LLM Explanation Example:-</a:t>
          </a:r>
          <a:endParaRPr lang="en-US" dirty="0"/>
        </a:p>
      </dgm:t>
    </dgm:pt>
    <dgm:pt modelId="{E4867F7C-C573-4F5B-BD26-15E9E9345B55}" type="parTrans" cxnId="{1A6807ED-684F-4EB4-91A3-9CAB4F69BB6E}">
      <dgm:prSet/>
      <dgm:spPr/>
      <dgm:t>
        <a:bodyPr/>
        <a:lstStyle/>
        <a:p>
          <a:endParaRPr lang="en-US"/>
        </a:p>
      </dgm:t>
    </dgm:pt>
    <dgm:pt modelId="{25B4027C-E53B-4462-B984-432642E56945}" type="sibTrans" cxnId="{1A6807ED-684F-4EB4-91A3-9CAB4F69BB6E}">
      <dgm:prSet/>
      <dgm:spPr/>
      <dgm:t>
        <a:bodyPr/>
        <a:lstStyle/>
        <a:p>
          <a:endParaRPr lang="en-US"/>
        </a:p>
      </dgm:t>
    </dgm:pt>
    <dgm:pt modelId="{CAB9E1D7-232C-4876-A4F1-733D7889DB84}">
      <dgm:prSet custT="1"/>
      <dgm:spPr/>
      <dgm:t>
        <a:bodyPr/>
        <a:lstStyle/>
        <a:p>
          <a:pPr>
            <a:lnSpc>
              <a:spcPct val="100000"/>
            </a:lnSpc>
          </a:pPr>
          <a:r>
            <a:rPr lang="en-GB" sz="1200" dirty="0"/>
            <a:t>The 79.11% denial risk is driven primarily by the lack of verified eligibility and the presence of missing documentation, which complicates the processing of this high-cost inpatient claim. Furthermore, the late submission status and the fact that the provider is out-of-network significantly amplify the likelihood of a denial. To reduce this risk, you should immediately obtain and attach all required clinical documentation before final submission. This prediction represents estimated risk and does not guarantee claim denial.</a:t>
          </a:r>
          <a:endParaRPr lang="en-US" sz="1200" dirty="0"/>
        </a:p>
      </dgm:t>
    </dgm:pt>
    <dgm:pt modelId="{14088444-9F0A-472F-92DE-018A42711242}" type="parTrans" cxnId="{FE9588C0-4DBF-460A-B90E-434C108A024A}">
      <dgm:prSet/>
      <dgm:spPr/>
      <dgm:t>
        <a:bodyPr/>
        <a:lstStyle/>
        <a:p>
          <a:endParaRPr lang="en-US"/>
        </a:p>
      </dgm:t>
    </dgm:pt>
    <dgm:pt modelId="{44D9694C-1561-4E16-B6D6-EAD7E4F70752}" type="sibTrans" cxnId="{FE9588C0-4DBF-460A-B90E-434C108A024A}">
      <dgm:prSet/>
      <dgm:spPr/>
      <dgm:t>
        <a:bodyPr/>
        <a:lstStyle/>
        <a:p>
          <a:endParaRPr lang="en-US"/>
        </a:p>
      </dgm:t>
    </dgm:pt>
    <dgm:pt modelId="{F591282A-309E-4DE4-B0B8-4A124E708C37}">
      <dgm:prSet/>
      <dgm:spPr/>
      <dgm:t>
        <a:bodyPr/>
        <a:lstStyle/>
        <a:p>
          <a:pPr>
            <a:lnSpc>
              <a:spcPct val="100000"/>
            </a:lnSpc>
          </a:pPr>
          <a:r>
            <a:rPr lang="en-IN"/>
            <a:t>Honest Limitation:-</a:t>
          </a:r>
          <a:endParaRPr lang="en-US"/>
        </a:p>
      </dgm:t>
    </dgm:pt>
    <dgm:pt modelId="{E12F60E0-7120-4187-9189-43EF322ABC3B}" type="parTrans" cxnId="{6C020449-EABA-43D9-AEF1-F2BBD1E82744}">
      <dgm:prSet/>
      <dgm:spPr/>
      <dgm:t>
        <a:bodyPr/>
        <a:lstStyle/>
        <a:p>
          <a:endParaRPr lang="en-US"/>
        </a:p>
      </dgm:t>
    </dgm:pt>
    <dgm:pt modelId="{A19BF318-296E-4C66-8BE7-EC3AFF082E9B}" type="sibTrans" cxnId="{6C020449-EABA-43D9-AEF1-F2BBD1E82744}">
      <dgm:prSet/>
      <dgm:spPr/>
      <dgm:t>
        <a:bodyPr/>
        <a:lstStyle/>
        <a:p>
          <a:endParaRPr lang="en-US"/>
        </a:p>
      </dgm:t>
    </dgm:pt>
    <dgm:pt modelId="{F2472DC7-3570-4792-B959-65E4AA004E81}">
      <dgm:prSet custT="1"/>
      <dgm:spPr/>
      <dgm:t>
        <a:bodyPr/>
        <a:lstStyle/>
        <a:p>
          <a:pPr>
            <a:lnSpc>
              <a:spcPct val="100000"/>
            </a:lnSpc>
          </a:pPr>
          <a:r>
            <a:rPr lang="en-IN" sz="1400" dirty="0"/>
            <a:t>The LLM does not independently determine denial risk; it explains the machine learning model's prediction based solely on the supplied claim attributes and SHAP-derived feature contributions. If the underlying model prediction or feature importance is incorrect or incomplete, the generated explanation may also be incomplete.</a:t>
          </a:r>
          <a:endParaRPr lang="en-US" sz="1400" dirty="0"/>
        </a:p>
      </dgm:t>
    </dgm:pt>
    <dgm:pt modelId="{13159589-9C39-4FDC-AAEF-2F209DEA16A3}" type="parTrans" cxnId="{C7DCC5B4-ECDA-41F8-BCF7-6940128DBB8E}">
      <dgm:prSet/>
      <dgm:spPr/>
      <dgm:t>
        <a:bodyPr/>
        <a:lstStyle/>
        <a:p>
          <a:endParaRPr lang="en-US"/>
        </a:p>
      </dgm:t>
    </dgm:pt>
    <dgm:pt modelId="{485B8146-BE7D-4ADC-8CD9-868F99FB8037}" type="sibTrans" cxnId="{C7DCC5B4-ECDA-41F8-BCF7-6940128DBB8E}">
      <dgm:prSet/>
      <dgm:spPr/>
      <dgm:t>
        <a:bodyPr/>
        <a:lstStyle/>
        <a:p>
          <a:endParaRPr lang="en-US"/>
        </a:p>
      </dgm:t>
    </dgm:pt>
    <dgm:pt modelId="{CE6E68C2-D6D1-D34D-9E37-8D6ED3FDF050}">
      <dgm:prSet custT="1"/>
      <dgm:spPr/>
      <dgm:t>
        <a:bodyPr/>
        <a:lstStyle/>
        <a:p>
          <a:pPr>
            <a:lnSpc>
              <a:spcPct val="100000"/>
            </a:lnSpc>
          </a:pPr>
          <a:r>
            <a:rPr lang="en-GB" sz="1050" dirty="0"/>
            <a:t>Low Risk Explanation Example: Although the model identifies factors such as potential authorization gaps and missing documentation as theoretical risks, the claim's low denial probability of 16.59% is supported by the fact that the actual claim status indicates no documentation is missing and no authorization is required. Given that the provider is out-of-network, the primary recommendation to further secure this claim is to verify that the specific Medicaid MCO contract allows for out-of-network reimbursement for observation services. This prediction represents estimated risk and does not guarantee claim denial.</a:t>
          </a:r>
        </a:p>
      </dgm:t>
    </dgm:pt>
    <dgm:pt modelId="{301BA998-79AF-1B4B-9C7F-A29E734BA15D}" type="parTrans" cxnId="{BA557124-152A-664E-9A60-CCC6218A385C}">
      <dgm:prSet/>
      <dgm:spPr/>
      <dgm:t>
        <a:bodyPr/>
        <a:lstStyle/>
        <a:p>
          <a:endParaRPr lang="en-GB"/>
        </a:p>
      </dgm:t>
    </dgm:pt>
    <dgm:pt modelId="{F3A747F9-BD7F-194C-B1D2-688F4C1C36D7}" type="sibTrans" cxnId="{BA557124-152A-664E-9A60-CCC6218A385C}">
      <dgm:prSet/>
      <dgm:spPr/>
      <dgm:t>
        <a:bodyPr/>
        <a:lstStyle/>
        <a:p>
          <a:endParaRPr lang="en-GB"/>
        </a:p>
      </dgm:t>
    </dgm:pt>
    <dgm:pt modelId="{6620D6D5-4465-4881-8B09-21C2395995D9}" type="pres">
      <dgm:prSet presAssocID="{AF06C640-0ADC-42BC-8BDC-CC39A6279E7B}" presName="root" presStyleCnt="0">
        <dgm:presLayoutVars>
          <dgm:dir/>
          <dgm:resizeHandles val="exact"/>
        </dgm:presLayoutVars>
      </dgm:prSet>
      <dgm:spPr/>
    </dgm:pt>
    <dgm:pt modelId="{DED1B6BB-C7E7-4FBB-97C3-03D78A4A4362}" type="pres">
      <dgm:prSet presAssocID="{3A9B9F0D-3C83-4BAC-AE3C-535BC33CBB31}" presName="compNode" presStyleCnt="0"/>
      <dgm:spPr/>
    </dgm:pt>
    <dgm:pt modelId="{923486E6-E1EB-4DF1-B31F-980CA272A50A}" type="pres">
      <dgm:prSet presAssocID="{3A9B9F0D-3C83-4BAC-AE3C-535BC33CBB31}" presName="bgRect" presStyleLbl="bgShp" presStyleIdx="0" presStyleCnt="5"/>
      <dgm:spPr>
        <a:solidFill>
          <a:schemeClr val="accent2">
            <a:lumMod val="60000"/>
            <a:lumOff val="40000"/>
          </a:schemeClr>
        </a:solidFill>
      </dgm:spPr>
    </dgm:pt>
    <dgm:pt modelId="{C118BACE-E844-4E25-9E43-EBA14AE6FE7F}" type="pres">
      <dgm:prSet presAssocID="{3A9B9F0D-3C83-4BAC-AE3C-535BC33CBB3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sed Quotation Mark"/>
        </a:ext>
      </dgm:extLst>
    </dgm:pt>
    <dgm:pt modelId="{6E7CB099-76AB-4F1F-8529-043DD4ECEA79}" type="pres">
      <dgm:prSet presAssocID="{3A9B9F0D-3C83-4BAC-AE3C-535BC33CBB31}" presName="spaceRect" presStyleCnt="0"/>
      <dgm:spPr/>
    </dgm:pt>
    <dgm:pt modelId="{20018133-003E-4D3D-9625-5DDBFBDF2504}" type="pres">
      <dgm:prSet presAssocID="{3A9B9F0D-3C83-4BAC-AE3C-535BC33CBB31}" presName="parTx" presStyleLbl="revTx" presStyleIdx="0" presStyleCnt="5">
        <dgm:presLayoutVars>
          <dgm:chMax val="0"/>
          <dgm:chPref val="0"/>
        </dgm:presLayoutVars>
      </dgm:prSet>
      <dgm:spPr/>
    </dgm:pt>
    <dgm:pt modelId="{ABB044E3-DACB-4EFA-ACDC-3D75A83B4775}" type="pres">
      <dgm:prSet presAssocID="{25B4027C-E53B-4462-B984-432642E56945}" presName="sibTrans" presStyleCnt="0"/>
      <dgm:spPr/>
    </dgm:pt>
    <dgm:pt modelId="{A309FAE2-5970-48F3-9D07-155F6F674235}" type="pres">
      <dgm:prSet presAssocID="{CAB9E1D7-232C-4876-A4F1-733D7889DB84}" presName="compNode" presStyleCnt="0"/>
      <dgm:spPr/>
    </dgm:pt>
    <dgm:pt modelId="{181E3932-2142-48F8-B9CF-B6391FA174ED}" type="pres">
      <dgm:prSet presAssocID="{CAB9E1D7-232C-4876-A4F1-733D7889DB84}" presName="bgRect" presStyleLbl="bgShp" presStyleIdx="1" presStyleCnt="5"/>
      <dgm:spPr/>
    </dgm:pt>
    <dgm:pt modelId="{1345CFC9-4C00-4315-A7FA-23E4AEA7DFD0}" type="pres">
      <dgm:prSet presAssocID="{CAB9E1D7-232C-4876-A4F1-733D7889DB8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mbulance"/>
        </a:ext>
      </dgm:extLst>
    </dgm:pt>
    <dgm:pt modelId="{37FFC992-0402-4CD9-B0E1-4E536FD981E7}" type="pres">
      <dgm:prSet presAssocID="{CAB9E1D7-232C-4876-A4F1-733D7889DB84}" presName="spaceRect" presStyleCnt="0"/>
      <dgm:spPr/>
    </dgm:pt>
    <dgm:pt modelId="{1DC1D509-BEC2-4CA8-BD3B-E45F29BCF26E}" type="pres">
      <dgm:prSet presAssocID="{CAB9E1D7-232C-4876-A4F1-733D7889DB84}" presName="parTx" presStyleLbl="revTx" presStyleIdx="1" presStyleCnt="5">
        <dgm:presLayoutVars>
          <dgm:chMax val="0"/>
          <dgm:chPref val="0"/>
        </dgm:presLayoutVars>
      </dgm:prSet>
      <dgm:spPr/>
    </dgm:pt>
    <dgm:pt modelId="{D35C0605-9C57-4FB7-BDAA-938C83B8A24B}" type="pres">
      <dgm:prSet presAssocID="{44D9694C-1561-4E16-B6D6-EAD7E4F70752}" presName="sibTrans" presStyleCnt="0"/>
      <dgm:spPr/>
    </dgm:pt>
    <dgm:pt modelId="{9A17D94B-ED47-034D-81AC-D39B52593857}" type="pres">
      <dgm:prSet presAssocID="{CE6E68C2-D6D1-D34D-9E37-8D6ED3FDF050}" presName="compNode" presStyleCnt="0"/>
      <dgm:spPr/>
    </dgm:pt>
    <dgm:pt modelId="{686C57C6-4426-DE40-941D-4283D969890A}" type="pres">
      <dgm:prSet presAssocID="{CE6E68C2-D6D1-D34D-9E37-8D6ED3FDF050}" presName="bgRect" presStyleLbl="bgShp" presStyleIdx="2" presStyleCnt="5"/>
      <dgm:spPr/>
    </dgm:pt>
    <dgm:pt modelId="{0D3A4257-BF2C-9843-8777-9BDAABA6DAD7}" type="pres">
      <dgm:prSet presAssocID="{CE6E68C2-D6D1-D34D-9E37-8D6ED3FDF050}" presName="iconRect" presStyleLbl="node1" presStyleIdx="2" presStyleCnt="5"/>
      <dgm:spPr/>
    </dgm:pt>
    <dgm:pt modelId="{02346893-2506-C645-BE3B-F454C3FCB307}" type="pres">
      <dgm:prSet presAssocID="{CE6E68C2-D6D1-D34D-9E37-8D6ED3FDF050}" presName="spaceRect" presStyleCnt="0"/>
      <dgm:spPr/>
    </dgm:pt>
    <dgm:pt modelId="{1381A860-9396-9848-8F62-E8920398E677}" type="pres">
      <dgm:prSet presAssocID="{CE6E68C2-D6D1-D34D-9E37-8D6ED3FDF050}" presName="parTx" presStyleLbl="revTx" presStyleIdx="2" presStyleCnt="5">
        <dgm:presLayoutVars>
          <dgm:chMax val="0"/>
          <dgm:chPref val="0"/>
        </dgm:presLayoutVars>
      </dgm:prSet>
      <dgm:spPr/>
    </dgm:pt>
    <dgm:pt modelId="{A8BBAD39-1081-6046-8AF6-096E3DFCF7EF}" type="pres">
      <dgm:prSet presAssocID="{F3A747F9-BD7F-194C-B1D2-688F4C1C36D7}" presName="sibTrans" presStyleCnt="0"/>
      <dgm:spPr/>
    </dgm:pt>
    <dgm:pt modelId="{E60DC5E1-762E-4EDF-8262-EEA5D8742134}" type="pres">
      <dgm:prSet presAssocID="{F591282A-309E-4DE4-B0B8-4A124E708C37}" presName="compNode" presStyleCnt="0"/>
      <dgm:spPr/>
    </dgm:pt>
    <dgm:pt modelId="{F1D2AF96-1173-49AF-88AA-3C5290A6A220}" type="pres">
      <dgm:prSet presAssocID="{F591282A-309E-4DE4-B0B8-4A124E708C37}" presName="bgRect" presStyleLbl="bgShp" presStyleIdx="3" presStyleCnt="5"/>
      <dgm:spPr/>
    </dgm:pt>
    <dgm:pt modelId="{31DB8BA4-F8AA-4C60-BB30-1D873769C2BF}" type="pres">
      <dgm:prSet presAssocID="{F591282A-309E-4DE4-B0B8-4A124E708C3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cales of Justice"/>
        </a:ext>
      </dgm:extLst>
    </dgm:pt>
    <dgm:pt modelId="{62A62334-3C91-44FF-8DED-C30C499D2787}" type="pres">
      <dgm:prSet presAssocID="{F591282A-309E-4DE4-B0B8-4A124E708C37}" presName="spaceRect" presStyleCnt="0"/>
      <dgm:spPr/>
    </dgm:pt>
    <dgm:pt modelId="{A80AB792-AFE4-41F6-B35C-24C31FDFC684}" type="pres">
      <dgm:prSet presAssocID="{F591282A-309E-4DE4-B0B8-4A124E708C37}" presName="parTx" presStyleLbl="revTx" presStyleIdx="3" presStyleCnt="5">
        <dgm:presLayoutVars>
          <dgm:chMax val="0"/>
          <dgm:chPref val="0"/>
        </dgm:presLayoutVars>
      </dgm:prSet>
      <dgm:spPr/>
    </dgm:pt>
    <dgm:pt modelId="{9FC94A3F-7F49-A840-BD80-9B6249BA8071}" type="pres">
      <dgm:prSet presAssocID="{A19BF318-296E-4C66-8BE7-EC3AFF082E9B}" presName="sibTrans" presStyleCnt="0"/>
      <dgm:spPr/>
    </dgm:pt>
    <dgm:pt modelId="{B5632E89-9B72-4C72-AC30-B49018A784A1}" type="pres">
      <dgm:prSet presAssocID="{F2472DC7-3570-4792-B959-65E4AA004E81}" presName="compNode" presStyleCnt="0"/>
      <dgm:spPr/>
    </dgm:pt>
    <dgm:pt modelId="{F919D414-99FD-4CE5-96D2-FD5ABDE38B4D}" type="pres">
      <dgm:prSet presAssocID="{F2472DC7-3570-4792-B959-65E4AA004E81}" presName="bgRect" presStyleLbl="bgShp" presStyleIdx="4" presStyleCnt="5"/>
      <dgm:spPr/>
    </dgm:pt>
    <dgm:pt modelId="{DE529468-3815-4CF3-9D94-4B56F8C9AF03}" type="pres">
      <dgm:prSet presAssocID="{F2472DC7-3570-4792-B959-65E4AA004E8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01D62A6-12DF-493A-B298-857595B2F025}" type="pres">
      <dgm:prSet presAssocID="{F2472DC7-3570-4792-B959-65E4AA004E81}" presName="spaceRect" presStyleCnt="0"/>
      <dgm:spPr/>
    </dgm:pt>
    <dgm:pt modelId="{30DD486A-4118-462A-BD18-2EF429CA7158}" type="pres">
      <dgm:prSet presAssocID="{F2472DC7-3570-4792-B959-65E4AA004E81}" presName="parTx" presStyleLbl="revTx" presStyleIdx="4" presStyleCnt="5">
        <dgm:presLayoutVars>
          <dgm:chMax val="0"/>
          <dgm:chPref val="0"/>
        </dgm:presLayoutVars>
      </dgm:prSet>
      <dgm:spPr/>
    </dgm:pt>
  </dgm:ptLst>
  <dgm:cxnLst>
    <dgm:cxn modelId="{BA557124-152A-664E-9A60-CCC6218A385C}" srcId="{AF06C640-0ADC-42BC-8BDC-CC39A6279E7B}" destId="{CE6E68C2-D6D1-D34D-9E37-8D6ED3FDF050}" srcOrd="2" destOrd="0" parTransId="{301BA998-79AF-1B4B-9C7F-A29E734BA15D}" sibTransId="{F3A747F9-BD7F-194C-B1D2-688F4C1C36D7}"/>
    <dgm:cxn modelId="{C012BE2D-F299-534E-B89E-64D3681955FC}" type="presOf" srcId="{F2472DC7-3570-4792-B959-65E4AA004E81}" destId="{30DD486A-4118-462A-BD18-2EF429CA7158}" srcOrd="0" destOrd="0" presId="urn:microsoft.com/office/officeart/2018/2/layout/IconVerticalSolidList"/>
    <dgm:cxn modelId="{6C020449-EABA-43D9-AEF1-F2BBD1E82744}" srcId="{AF06C640-0ADC-42BC-8BDC-CC39A6279E7B}" destId="{F591282A-309E-4DE4-B0B8-4A124E708C37}" srcOrd="3" destOrd="0" parTransId="{E12F60E0-7120-4187-9189-43EF322ABC3B}" sibTransId="{A19BF318-296E-4C66-8BE7-EC3AFF082E9B}"/>
    <dgm:cxn modelId="{66702455-2FB5-664B-9B54-7378C3D64019}" type="presOf" srcId="{CAB9E1D7-232C-4876-A4F1-733D7889DB84}" destId="{1DC1D509-BEC2-4CA8-BD3B-E45F29BCF26E}" srcOrd="0" destOrd="0" presId="urn:microsoft.com/office/officeart/2018/2/layout/IconVerticalSolidList"/>
    <dgm:cxn modelId="{C7DCC5B4-ECDA-41F8-BCF7-6940128DBB8E}" srcId="{AF06C640-0ADC-42BC-8BDC-CC39A6279E7B}" destId="{F2472DC7-3570-4792-B959-65E4AA004E81}" srcOrd="4" destOrd="0" parTransId="{13159589-9C39-4FDC-AAEF-2F209DEA16A3}" sibTransId="{485B8146-BE7D-4ADC-8CD9-868F99FB8037}"/>
    <dgm:cxn modelId="{FE9588C0-4DBF-460A-B90E-434C108A024A}" srcId="{AF06C640-0ADC-42BC-8BDC-CC39A6279E7B}" destId="{CAB9E1D7-232C-4876-A4F1-733D7889DB84}" srcOrd="1" destOrd="0" parTransId="{14088444-9F0A-472F-92DE-018A42711242}" sibTransId="{44D9694C-1561-4E16-B6D6-EAD7E4F70752}"/>
    <dgm:cxn modelId="{361D74CC-601D-9249-891D-1DF9C2A3E7D7}" type="presOf" srcId="{CE6E68C2-D6D1-D34D-9E37-8D6ED3FDF050}" destId="{1381A860-9396-9848-8F62-E8920398E677}" srcOrd="0" destOrd="0" presId="urn:microsoft.com/office/officeart/2018/2/layout/IconVerticalSolidList"/>
    <dgm:cxn modelId="{E6E919E6-8A68-CC40-846D-516699BC88E1}" type="presOf" srcId="{3A9B9F0D-3C83-4BAC-AE3C-535BC33CBB31}" destId="{20018133-003E-4D3D-9625-5DDBFBDF2504}" srcOrd="0" destOrd="0" presId="urn:microsoft.com/office/officeart/2018/2/layout/IconVerticalSolidList"/>
    <dgm:cxn modelId="{1A6807ED-684F-4EB4-91A3-9CAB4F69BB6E}" srcId="{AF06C640-0ADC-42BC-8BDC-CC39A6279E7B}" destId="{3A9B9F0D-3C83-4BAC-AE3C-535BC33CBB31}" srcOrd="0" destOrd="0" parTransId="{E4867F7C-C573-4F5B-BD26-15E9E9345B55}" sibTransId="{25B4027C-E53B-4462-B984-432642E56945}"/>
    <dgm:cxn modelId="{77D093EF-2680-CC45-B69D-7B45F12D322C}" type="presOf" srcId="{F591282A-309E-4DE4-B0B8-4A124E708C37}" destId="{A80AB792-AFE4-41F6-B35C-24C31FDFC684}" srcOrd="0" destOrd="0" presId="urn:microsoft.com/office/officeart/2018/2/layout/IconVerticalSolidList"/>
    <dgm:cxn modelId="{82CA75F7-0083-4A24-BAC8-F64A76744EF2}" type="presOf" srcId="{AF06C640-0ADC-42BC-8BDC-CC39A6279E7B}" destId="{6620D6D5-4465-4881-8B09-21C2395995D9}" srcOrd="0" destOrd="0" presId="urn:microsoft.com/office/officeart/2018/2/layout/IconVerticalSolidList"/>
    <dgm:cxn modelId="{D09091CE-FA86-CB4B-82C6-B202B3FB7189}" type="presParOf" srcId="{6620D6D5-4465-4881-8B09-21C2395995D9}" destId="{DED1B6BB-C7E7-4FBB-97C3-03D78A4A4362}" srcOrd="0" destOrd="0" presId="urn:microsoft.com/office/officeart/2018/2/layout/IconVerticalSolidList"/>
    <dgm:cxn modelId="{8A1D704E-7653-DB4B-B0AC-C2200C0FEC14}" type="presParOf" srcId="{DED1B6BB-C7E7-4FBB-97C3-03D78A4A4362}" destId="{923486E6-E1EB-4DF1-B31F-980CA272A50A}" srcOrd="0" destOrd="0" presId="urn:microsoft.com/office/officeart/2018/2/layout/IconVerticalSolidList"/>
    <dgm:cxn modelId="{DB143659-E862-CD42-A4A9-0C07A09A6A81}" type="presParOf" srcId="{DED1B6BB-C7E7-4FBB-97C3-03D78A4A4362}" destId="{C118BACE-E844-4E25-9E43-EBA14AE6FE7F}" srcOrd="1" destOrd="0" presId="urn:microsoft.com/office/officeart/2018/2/layout/IconVerticalSolidList"/>
    <dgm:cxn modelId="{50A9D035-85C1-E24F-8EA9-93642F67ECB2}" type="presParOf" srcId="{DED1B6BB-C7E7-4FBB-97C3-03D78A4A4362}" destId="{6E7CB099-76AB-4F1F-8529-043DD4ECEA79}" srcOrd="2" destOrd="0" presId="urn:microsoft.com/office/officeart/2018/2/layout/IconVerticalSolidList"/>
    <dgm:cxn modelId="{E88B9B0E-85F0-5440-BD0B-07B28934C6E8}" type="presParOf" srcId="{DED1B6BB-C7E7-4FBB-97C3-03D78A4A4362}" destId="{20018133-003E-4D3D-9625-5DDBFBDF2504}" srcOrd="3" destOrd="0" presId="urn:microsoft.com/office/officeart/2018/2/layout/IconVerticalSolidList"/>
    <dgm:cxn modelId="{7B022750-257A-B24E-9F18-AD6F17D703FA}" type="presParOf" srcId="{6620D6D5-4465-4881-8B09-21C2395995D9}" destId="{ABB044E3-DACB-4EFA-ACDC-3D75A83B4775}" srcOrd="1" destOrd="0" presId="urn:microsoft.com/office/officeart/2018/2/layout/IconVerticalSolidList"/>
    <dgm:cxn modelId="{09CEBA3A-362B-A942-B070-D0CA9C984604}" type="presParOf" srcId="{6620D6D5-4465-4881-8B09-21C2395995D9}" destId="{A309FAE2-5970-48F3-9D07-155F6F674235}" srcOrd="2" destOrd="0" presId="urn:microsoft.com/office/officeart/2018/2/layout/IconVerticalSolidList"/>
    <dgm:cxn modelId="{C7C7E619-8B0A-9C40-98AE-3C9D544E795E}" type="presParOf" srcId="{A309FAE2-5970-48F3-9D07-155F6F674235}" destId="{181E3932-2142-48F8-B9CF-B6391FA174ED}" srcOrd="0" destOrd="0" presId="urn:microsoft.com/office/officeart/2018/2/layout/IconVerticalSolidList"/>
    <dgm:cxn modelId="{D2B55FDF-A2D0-9042-97EC-09E394B9EDE3}" type="presParOf" srcId="{A309FAE2-5970-48F3-9D07-155F6F674235}" destId="{1345CFC9-4C00-4315-A7FA-23E4AEA7DFD0}" srcOrd="1" destOrd="0" presId="urn:microsoft.com/office/officeart/2018/2/layout/IconVerticalSolidList"/>
    <dgm:cxn modelId="{53006D2E-5922-D548-8026-7313D0C1BDD4}" type="presParOf" srcId="{A309FAE2-5970-48F3-9D07-155F6F674235}" destId="{37FFC992-0402-4CD9-B0E1-4E536FD981E7}" srcOrd="2" destOrd="0" presId="urn:microsoft.com/office/officeart/2018/2/layout/IconVerticalSolidList"/>
    <dgm:cxn modelId="{BEDF9365-F601-7943-9CC3-DB2D11393DF5}" type="presParOf" srcId="{A309FAE2-5970-48F3-9D07-155F6F674235}" destId="{1DC1D509-BEC2-4CA8-BD3B-E45F29BCF26E}" srcOrd="3" destOrd="0" presId="urn:microsoft.com/office/officeart/2018/2/layout/IconVerticalSolidList"/>
    <dgm:cxn modelId="{D6040A4E-4D50-6245-994F-325EF70BCFE9}" type="presParOf" srcId="{6620D6D5-4465-4881-8B09-21C2395995D9}" destId="{D35C0605-9C57-4FB7-BDAA-938C83B8A24B}" srcOrd="3" destOrd="0" presId="urn:microsoft.com/office/officeart/2018/2/layout/IconVerticalSolidList"/>
    <dgm:cxn modelId="{24513B5A-E1B8-1D46-8F58-7B541C9DB1F3}" type="presParOf" srcId="{6620D6D5-4465-4881-8B09-21C2395995D9}" destId="{9A17D94B-ED47-034D-81AC-D39B52593857}" srcOrd="4" destOrd="0" presId="urn:microsoft.com/office/officeart/2018/2/layout/IconVerticalSolidList"/>
    <dgm:cxn modelId="{BFFB8DD9-69D0-4647-BE10-8D43005DE371}" type="presParOf" srcId="{9A17D94B-ED47-034D-81AC-D39B52593857}" destId="{686C57C6-4426-DE40-941D-4283D969890A}" srcOrd="0" destOrd="0" presId="urn:microsoft.com/office/officeart/2018/2/layout/IconVerticalSolidList"/>
    <dgm:cxn modelId="{4CB29963-504F-9241-A482-9781E9D1A1C4}" type="presParOf" srcId="{9A17D94B-ED47-034D-81AC-D39B52593857}" destId="{0D3A4257-BF2C-9843-8777-9BDAABA6DAD7}" srcOrd="1" destOrd="0" presId="urn:microsoft.com/office/officeart/2018/2/layout/IconVerticalSolidList"/>
    <dgm:cxn modelId="{CD4B904D-9C00-0746-A1A7-39D68831463E}" type="presParOf" srcId="{9A17D94B-ED47-034D-81AC-D39B52593857}" destId="{02346893-2506-C645-BE3B-F454C3FCB307}" srcOrd="2" destOrd="0" presId="urn:microsoft.com/office/officeart/2018/2/layout/IconVerticalSolidList"/>
    <dgm:cxn modelId="{CA3F5EDA-6B84-A24D-B0F0-60DEF7FACD45}" type="presParOf" srcId="{9A17D94B-ED47-034D-81AC-D39B52593857}" destId="{1381A860-9396-9848-8F62-E8920398E677}" srcOrd="3" destOrd="0" presId="urn:microsoft.com/office/officeart/2018/2/layout/IconVerticalSolidList"/>
    <dgm:cxn modelId="{8D6CC048-3EB1-2944-849B-49FDEB159C44}" type="presParOf" srcId="{6620D6D5-4465-4881-8B09-21C2395995D9}" destId="{A8BBAD39-1081-6046-8AF6-096E3DFCF7EF}" srcOrd="5" destOrd="0" presId="urn:microsoft.com/office/officeart/2018/2/layout/IconVerticalSolidList"/>
    <dgm:cxn modelId="{14B16CE7-71B0-974D-B621-7C23998EFC36}" type="presParOf" srcId="{6620D6D5-4465-4881-8B09-21C2395995D9}" destId="{E60DC5E1-762E-4EDF-8262-EEA5D8742134}" srcOrd="6" destOrd="0" presId="urn:microsoft.com/office/officeart/2018/2/layout/IconVerticalSolidList"/>
    <dgm:cxn modelId="{82E32797-4BB8-3541-ADF5-ACE503B5F157}" type="presParOf" srcId="{E60DC5E1-762E-4EDF-8262-EEA5D8742134}" destId="{F1D2AF96-1173-49AF-88AA-3C5290A6A220}" srcOrd="0" destOrd="0" presId="urn:microsoft.com/office/officeart/2018/2/layout/IconVerticalSolidList"/>
    <dgm:cxn modelId="{EB160183-4CF5-D640-9C58-CC58A9FF45F9}" type="presParOf" srcId="{E60DC5E1-762E-4EDF-8262-EEA5D8742134}" destId="{31DB8BA4-F8AA-4C60-BB30-1D873769C2BF}" srcOrd="1" destOrd="0" presId="urn:microsoft.com/office/officeart/2018/2/layout/IconVerticalSolidList"/>
    <dgm:cxn modelId="{EAAE22AF-F7B4-1B4E-9B89-D4118FCD18EC}" type="presParOf" srcId="{E60DC5E1-762E-4EDF-8262-EEA5D8742134}" destId="{62A62334-3C91-44FF-8DED-C30C499D2787}" srcOrd="2" destOrd="0" presId="urn:microsoft.com/office/officeart/2018/2/layout/IconVerticalSolidList"/>
    <dgm:cxn modelId="{E78224E7-F4A4-C646-8C11-FA198167B763}" type="presParOf" srcId="{E60DC5E1-762E-4EDF-8262-EEA5D8742134}" destId="{A80AB792-AFE4-41F6-B35C-24C31FDFC684}" srcOrd="3" destOrd="0" presId="urn:microsoft.com/office/officeart/2018/2/layout/IconVerticalSolidList"/>
    <dgm:cxn modelId="{A79D8D5E-BCA6-B341-A8AC-9E71FBE55952}" type="presParOf" srcId="{6620D6D5-4465-4881-8B09-21C2395995D9}" destId="{9FC94A3F-7F49-A840-BD80-9B6249BA8071}" srcOrd="7" destOrd="0" presId="urn:microsoft.com/office/officeart/2018/2/layout/IconVerticalSolidList"/>
    <dgm:cxn modelId="{E9DA02C0-91D9-3847-B061-23E3E9C4715D}" type="presParOf" srcId="{6620D6D5-4465-4881-8B09-21C2395995D9}" destId="{B5632E89-9B72-4C72-AC30-B49018A784A1}" srcOrd="8" destOrd="0" presId="urn:microsoft.com/office/officeart/2018/2/layout/IconVerticalSolidList"/>
    <dgm:cxn modelId="{B7DCF184-B3EF-464A-9473-0761D93C1890}" type="presParOf" srcId="{B5632E89-9B72-4C72-AC30-B49018A784A1}" destId="{F919D414-99FD-4CE5-96D2-FD5ABDE38B4D}" srcOrd="0" destOrd="0" presId="urn:microsoft.com/office/officeart/2018/2/layout/IconVerticalSolidList"/>
    <dgm:cxn modelId="{A31ED472-E49E-794F-AB9A-43EF315EB391}" type="presParOf" srcId="{B5632E89-9B72-4C72-AC30-B49018A784A1}" destId="{DE529468-3815-4CF3-9D94-4B56F8C9AF03}" srcOrd="1" destOrd="0" presId="urn:microsoft.com/office/officeart/2018/2/layout/IconVerticalSolidList"/>
    <dgm:cxn modelId="{5423600F-9C7E-2A48-A914-281ECEE2BE42}" type="presParOf" srcId="{B5632E89-9B72-4C72-AC30-B49018A784A1}" destId="{A01D62A6-12DF-493A-B298-857595B2F025}" srcOrd="2" destOrd="0" presId="urn:microsoft.com/office/officeart/2018/2/layout/IconVerticalSolidList"/>
    <dgm:cxn modelId="{A2BC9419-B67E-024A-9941-22B86A399D84}" type="presParOf" srcId="{B5632E89-9B72-4C72-AC30-B49018A784A1}" destId="{30DD486A-4118-462A-BD18-2EF429CA715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BD7E46-58B5-41AA-AA69-4B47CDF01F9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101D61D-F666-4549-9090-79AFAB7BB453}">
      <dgm:prSet/>
      <dgm:spPr/>
      <dgm:t>
        <a:bodyPr/>
        <a:lstStyle/>
        <a:p>
          <a:pPr>
            <a:lnSpc>
              <a:spcPct val="100000"/>
            </a:lnSpc>
            <a:defRPr cap="all"/>
          </a:pPr>
          <a:r>
            <a:rPr lang="en-IN" dirty="0"/>
            <a:t>Improve Model recall through Iterative experimentation, address feature collinearity</a:t>
          </a:r>
          <a:endParaRPr lang="en-US" dirty="0"/>
        </a:p>
      </dgm:t>
    </dgm:pt>
    <dgm:pt modelId="{601B2E5E-0023-4536-99B0-6A7E7C6CD6B6}" type="parTrans" cxnId="{5B728B2B-8244-4FBE-8C16-B8E7C9DA93D7}">
      <dgm:prSet/>
      <dgm:spPr/>
      <dgm:t>
        <a:bodyPr/>
        <a:lstStyle/>
        <a:p>
          <a:endParaRPr lang="en-US"/>
        </a:p>
      </dgm:t>
    </dgm:pt>
    <dgm:pt modelId="{C10C8E12-8309-4070-BFDC-D03D8E184E3B}" type="sibTrans" cxnId="{5B728B2B-8244-4FBE-8C16-B8E7C9DA93D7}">
      <dgm:prSet/>
      <dgm:spPr/>
      <dgm:t>
        <a:bodyPr/>
        <a:lstStyle/>
        <a:p>
          <a:endParaRPr lang="en-US"/>
        </a:p>
      </dgm:t>
    </dgm:pt>
    <dgm:pt modelId="{4FADB612-9016-435D-B571-3F0FAE48568A}">
      <dgm:prSet/>
      <dgm:spPr/>
      <dgm:t>
        <a:bodyPr/>
        <a:lstStyle/>
        <a:p>
          <a:pPr>
            <a:lnSpc>
              <a:spcPct val="100000"/>
            </a:lnSpc>
            <a:defRPr cap="all"/>
          </a:pPr>
          <a:r>
            <a:rPr lang="en-US" dirty="0"/>
            <a:t>Perform</a:t>
          </a:r>
          <a:r>
            <a:rPr lang="en-US" baseline="0" dirty="0"/>
            <a:t> Systematic Hyperparameter optimization</a:t>
          </a:r>
          <a:endParaRPr lang="en-US" dirty="0"/>
        </a:p>
      </dgm:t>
    </dgm:pt>
    <dgm:pt modelId="{E4CE9E46-52B9-408B-9F64-72639B3E113C}" type="parTrans" cxnId="{EC26225F-FB00-49BE-A484-17DCDDA3A781}">
      <dgm:prSet/>
      <dgm:spPr/>
      <dgm:t>
        <a:bodyPr/>
        <a:lstStyle/>
        <a:p>
          <a:endParaRPr lang="en-US"/>
        </a:p>
      </dgm:t>
    </dgm:pt>
    <dgm:pt modelId="{731FBEE8-D983-4F65-AD04-81E26B216832}" type="sibTrans" cxnId="{EC26225F-FB00-49BE-A484-17DCDDA3A781}">
      <dgm:prSet/>
      <dgm:spPr/>
      <dgm:t>
        <a:bodyPr/>
        <a:lstStyle/>
        <a:p>
          <a:endParaRPr lang="en-US"/>
        </a:p>
      </dgm:t>
    </dgm:pt>
    <dgm:pt modelId="{67F7DAB1-3AD0-490F-8A41-B54EE06F3D3D}">
      <dgm:prSet/>
      <dgm:spPr/>
      <dgm:t>
        <a:bodyPr/>
        <a:lstStyle/>
        <a:p>
          <a:pPr>
            <a:lnSpc>
              <a:spcPct val="100000"/>
            </a:lnSpc>
            <a:defRPr cap="all"/>
          </a:pPr>
          <a:r>
            <a:rPr lang="en-IN" dirty="0"/>
            <a:t>Production readiness - Package the solution as a REST API, implement model drift monitoring</a:t>
          </a:r>
          <a:endParaRPr lang="en-US" dirty="0"/>
        </a:p>
      </dgm:t>
    </dgm:pt>
    <dgm:pt modelId="{8681B1A4-D2C7-4CDD-B76C-D763E0CF1B00}" type="parTrans" cxnId="{1CD3D9A2-93C8-4CE6-81E3-B4287B14F72F}">
      <dgm:prSet/>
      <dgm:spPr/>
      <dgm:t>
        <a:bodyPr/>
        <a:lstStyle/>
        <a:p>
          <a:endParaRPr lang="en-US"/>
        </a:p>
      </dgm:t>
    </dgm:pt>
    <dgm:pt modelId="{2DBA10D6-5C1A-4500-A0CA-819FF0AD905C}" type="sibTrans" cxnId="{1CD3D9A2-93C8-4CE6-81E3-B4287B14F72F}">
      <dgm:prSet/>
      <dgm:spPr/>
      <dgm:t>
        <a:bodyPr/>
        <a:lstStyle/>
        <a:p>
          <a:endParaRPr lang="en-US"/>
        </a:p>
      </dgm:t>
    </dgm:pt>
    <dgm:pt modelId="{209C6343-CE24-449F-BB95-048086543FDF}" type="pres">
      <dgm:prSet presAssocID="{04BD7E46-58B5-41AA-AA69-4B47CDF01F9B}" presName="root" presStyleCnt="0">
        <dgm:presLayoutVars>
          <dgm:dir/>
          <dgm:resizeHandles val="exact"/>
        </dgm:presLayoutVars>
      </dgm:prSet>
      <dgm:spPr/>
    </dgm:pt>
    <dgm:pt modelId="{1A50026D-71D5-4818-AF32-8687E7526CB4}" type="pres">
      <dgm:prSet presAssocID="{1101D61D-F666-4549-9090-79AFAB7BB453}" presName="compNode" presStyleCnt="0"/>
      <dgm:spPr/>
    </dgm:pt>
    <dgm:pt modelId="{E8AD5EED-AC5F-4680-AF2B-4A49D1CA1C23}" type="pres">
      <dgm:prSet presAssocID="{1101D61D-F666-4549-9090-79AFAB7BB453}" presName="iconBgRect" presStyleLbl="bgShp" presStyleIdx="0" presStyleCnt="3"/>
      <dgm:spPr/>
    </dgm:pt>
    <dgm:pt modelId="{737A101E-756C-4A3B-8680-E005B2E949A8}" type="pres">
      <dgm:prSet presAssocID="{1101D61D-F666-4549-9090-79AFAB7BB45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0D877F0A-BD01-4E8A-8D3D-F40949903BB5}" type="pres">
      <dgm:prSet presAssocID="{1101D61D-F666-4549-9090-79AFAB7BB453}" presName="spaceRect" presStyleCnt="0"/>
      <dgm:spPr/>
    </dgm:pt>
    <dgm:pt modelId="{3B646573-9C54-48AA-8C58-C396AB1F81A0}" type="pres">
      <dgm:prSet presAssocID="{1101D61D-F666-4549-9090-79AFAB7BB453}" presName="textRect" presStyleLbl="revTx" presStyleIdx="0" presStyleCnt="3">
        <dgm:presLayoutVars>
          <dgm:chMax val="1"/>
          <dgm:chPref val="1"/>
        </dgm:presLayoutVars>
      </dgm:prSet>
      <dgm:spPr/>
    </dgm:pt>
    <dgm:pt modelId="{E6DC5A12-834C-4E26-ADBA-09DC9C2BF17E}" type="pres">
      <dgm:prSet presAssocID="{C10C8E12-8309-4070-BFDC-D03D8E184E3B}" presName="sibTrans" presStyleCnt="0"/>
      <dgm:spPr/>
    </dgm:pt>
    <dgm:pt modelId="{251C385E-520D-4253-9EF6-A7630DFD63EE}" type="pres">
      <dgm:prSet presAssocID="{4FADB612-9016-435D-B571-3F0FAE48568A}" presName="compNode" presStyleCnt="0"/>
      <dgm:spPr/>
    </dgm:pt>
    <dgm:pt modelId="{BAC430F5-4E33-46D3-AB35-2750C287C405}" type="pres">
      <dgm:prSet presAssocID="{4FADB612-9016-435D-B571-3F0FAE48568A}" presName="iconBgRect" presStyleLbl="bgShp" presStyleIdx="1" presStyleCnt="3"/>
      <dgm:spPr/>
    </dgm:pt>
    <dgm:pt modelId="{69ABDF8D-2F85-4E08-8884-6D783131BA2A}" type="pres">
      <dgm:prSet presAssocID="{4FADB612-9016-435D-B571-3F0FAE48568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ject"/>
        </a:ext>
      </dgm:extLst>
    </dgm:pt>
    <dgm:pt modelId="{30A0453B-48B0-4E7B-9C55-D189426FA9C8}" type="pres">
      <dgm:prSet presAssocID="{4FADB612-9016-435D-B571-3F0FAE48568A}" presName="spaceRect" presStyleCnt="0"/>
      <dgm:spPr/>
    </dgm:pt>
    <dgm:pt modelId="{1E673D69-90BE-419E-BE12-106217B3C1E6}" type="pres">
      <dgm:prSet presAssocID="{4FADB612-9016-435D-B571-3F0FAE48568A}" presName="textRect" presStyleLbl="revTx" presStyleIdx="1" presStyleCnt="3">
        <dgm:presLayoutVars>
          <dgm:chMax val="1"/>
          <dgm:chPref val="1"/>
        </dgm:presLayoutVars>
      </dgm:prSet>
      <dgm:spPr/>
    </dgm:pt>
    <dgm:pt modelId="{4554680C-3857-4472-96B5-522E894B7095}" type="pres">
      <dgm:prSet presAssocID="{731FBEE8-D983-4F65-AD04-81E26B216832}" presName="sibTrans" presStyleCnt="0"/>
      <dgm:spPr/>
    </dgm:pt>
    <dgm:pt modelId="{DBBB0452-2D48-4F12-BB9A-020CA7E8958B}" type="pres">
      <dgm:prSet presAssocID="{67F7DAB1-3AD0-490F-8A41-B54EE06F3D3D}" presName="compNode" presStyleCnt="0"/>
      <dgm:spPr/>
    </dgm:pt>
    <dgm:pt modelId="{36EA7468-6E03-4782-AAB1-93E993656DFB}" type="pres">
      <dgm:prSet presAssocID="{67F7DAB1-3AD0-490F-8A41-B54EE06F3D3D}" presName="iconBgRect" presStyleLbl="bgShp" presStyleIdx="2" presStyleCnt="3"/>
      <dgm:spPr/>
    </dgm:pt>
    <dgm:pt modelId="{36F0210C-FAB7-4F37-845C-36F180CA3E65}" type="pres">
      <dgm:prSet presAssocID="{67F7DAB1-3AD0-490F-8A41-B54EE06F3D3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ADA89193-B468-43E7-9EDE-5BD7490F83E7}" type="pres">
      <dgm:prSet presAssocID="{67F7DAB1-3AD0-490F-8A41-B54EE06F3D3D}" presName="spaceRect" presStyleCnt="0"/>
      <dgm:spPr/>
    </dgm:pt>
    <dgm:pt modelId="{746CB3F5-5558-476F-AD75-9D763328C50E}" type="pres">
      <dgm:prSet presAssocID="{67F7DAB1-3AD0-490F-8A41-B54EE06F3D3D}" presName="textRect" presStyleLbl="revTx" presStyleIdx="2" presStyleCnt="3">
        <dgm:presLayoutVars>
          <dgm:chMax val="1"/>
          <dgm:chPref val="1"/>
        </dgm:presLayoutVars>
      </dgm:prSet>
      <dgm:spPr/>
    </dgm:pt>
  </dgm:ptLst>
  <dgm:cxnLst>
    <dgm:cxn modelId="{DF143224-D787-4D0E-A309-84E8632FB205}" type="presOf" srcId="{4FADB612-9016-435D-B571-3F0FAE48568A}" destId="{1E673D69-90BE-419E-BE12-106217B3C1E6}" srcOrd="0" destOrd="0" presId="urn:microsoft.com/office/officeart/2018/5/layout/IconCircleLabelList"/>
    <dgm:cxn modelId="{5B728B2B-8244-4FBE-8C16-B8E7C9DA93D7}" srcId="{04BD7E46-58B5-41AA-AA69-4B47CDF01F9B}" destId="{1101D61D-F666-4549-9090-79AFAB7BB453}" srcOrd="0" destOrd="0" parTransId="{601B2E5E-0023-4536-99B0-6A7E7C6CD6B6}" sibTransId="{C10C8E12-8309-4070-BFDC-D03D8E184E3B}"/>
    <dgm:cxn modelId="{1B57C544-0CC7-4149-8B9D-02E724EC81F5}" type="presOf" srcId="{67F7DAB1-3AD0-490F-8A41-B54EE06F3D3D}" destId="{746CB3F5-5558-476F-AD75-9D763328C50E}" srcOrd="0" destOrd="0" presId="urn:microsoft.com/office/officeart/2018/5/layout/IconCircleLabelList"/>
    <dgm:cxn modelId="{EC26225F-FB00-49BE-A484-17DCDDA3A781}" srcId="{04BD7E46-58B5-41AA-AA69-4B47CDF01F9B}" destId="{4FADB612-9016-435D-B571-3F0FAE48568A}" srcOrd="1" destOrd="0" parTransId="{E4CE9E46-52B9-408B-9F64-72639B3E113C}" sibTransId="{731FBEE8-D983-4F65-AD04-81E26B216832}"/>
    <dgm:cxn modelId="{CA83A47D-9DC0-42AD-A220-CB60767C20E9}" type="presOf" srcId="{1101D61D-F666-4549-9090-79AFAB7BB453}" destId="{3B646573-9C54-48AA-8C58-C396AB1F81A0}" srcOrd="0" destOrd="0" presId="urn:microsoft.com/office/officeart/2018/5/layout/IconCircleLabelList"/>
    <dgm:cxn modelId="{1CD3D9A2-93C8-4CE6-81E3-B4287B14F72F}" srcId="{04BD7E46-58B5-41AA-AA69-4B47CDF01F9B}" destId="{67F7DAB1-3AD0-490F-8A41-B54EE06F3D3D}" srcOrd="2" destOrd="0" parTransId="{8681B1A4-D2C7-4CDD-B76C-D763E0CF1B00}" sibTransId="{2DBA10D6-5C1A-4500-A0CA-819FF0AD905C}"/>
    <dgm:cxn modelId="{6A0805C3-AC03-4571-BE70-60D151543A67}" type="presOf" srcId="{04BD7E46-58B5-41AA-AA69-4B47CDF01F9B}" destId="{209C6343-CE24-449F-BB95-048086543FDF}" srcOrd="0" destOrd="0" presId="urn:microsoft.com/office/officeart/2018/5/layout/IconCircleLabelList"/>
    <dgm:cxn modelId="{B45FF03E-86C5-4E06-B134-63A6D65DEEC8}" type="presParOf" srcId="{209C6343-CE24-449F-BB95-048086543FDF}" destId="{1A50026D-71D5-4818-AF32-8687E7526CB4}" srcOrd="0" destOrd="0" presId="urn:microsoft.com/office/officeart/2018/5/layout/IconCircleLabelList"/>
    <dgm:cxn modelId="{64A1B43E-16CC-4822-8B8A-D3044935AD0F}" type="presParOf" srcId="{1A50026D-71D5-4818-AF32-8687E7526CB4}" destId="{E8AD5EED-AC5F-4680-AF2B-4A49D1CA1C23}" srcOrd="0" destOrd="0" presId="urn:microsoft.com/office/officeart/2018/5/layout/IconCircleLabelList"/>
    <dgm:cxn modelId="{09631CA5-8549-4448-918B-B3A14BDCAD01}" type="presParOf" srcId="{1A50026D-71D5-4818-AF32-8687E7526CB4}" destId="{737A101E-756C-4A3B-8680-E005B2E949A8}" srcOrd="1" destOrd="0" presId="urn:microsoft.com/office/officeart/2018/5/layout/IconCircleLabelList"/>
    <dgm:cxn modelId="{33A7E30B-C4D3-4A7D-85CE-4BD6317DA12B}" type="presParOf" srcId="{1A50026D-71D5-4818-AF32-8687E7526CB4}" destId="{0D877F0A-BD01-4E8A-8D3D-F40949903BB5}" srcOrd="2" destOrd="0" presId="urn:microsoft.com/office/officeart/2018/5/layout/IconCircleLabelList"/>
    <dgm:cxn modelId="{CC063E55-772F-443B-9906-9E40A9EFCA31}" type="presParOf" srcId="{1A50026D-71D5-4818-AF32-8687E7526CB4}" destId="{3B646573-9C54-48AA-8C58-C396AB1F81A0}" srcOrd="3" destOrd="0" presId="urn:microsoft.com/office/officeart/2018/5/layout/IconCircleLabelList"/>
    <dgm:cxn modelId="{0C2618CE-8DE3-4F41-85FF-DE81852AABAC}" type="presParOf" srcId="{209C6343-CE24-449F-BB95-048086543FDF}" destId="{E6DC5A12-834C-4E26-ADBA-09DC9C2BF17E}" srcOrd="1" destOrd="0" presId="urn:microsoft.com/office/officeart/2018/5/layout/IconCircleLabelList"/>
    <dgm:cxn modelId="{77F28346-4F9C-4EFE-8866-91594C80BE42}" type="presParOf" srcId="{209C6343-CE24-449F-BB95-048086543FDF}" destId="{251C385E-520D-4253-9EF6-A7630DFD63EE}" srcOrd="2" destOrd="0" presId="urn:microsoft.com/office/officeart/2018/5/layout/IconCircleLabelList"/>
    <dgm:cxn modelId="{F4C34E37-0D48-4D89-B172-47680B222288}" type="presParOf" srcId="{251C385E-520D-4253-9EF6-A7630DFD63EE}" destId="{BAC430F5-4E33-46D3-AB35-2750C287C405}" srcOrd="0" destOrd="0" presId="urn:microsoft.com/office/officeart/2018/5/layout/IconCircleLabelList"/>
    <dgm:cxn modelId="{C9D2F140-6B0C-445C-8E44-5EFBA9A06062}" type="presParOf" srcId="{251C385E-520D-4253-9EF6-A7630DFD63EE}" destId="{69ABDF8D-2F85-4E08-8884-6D783131BA2A}" srcOrd="1" destOrd="0" presId="urn:microsoft.com/office/officeart/2018/5/layout/IconCircleLabelList"/>
    <dgm:cxn modelId="{9A63C972-5731-4735-B605-A900180B1D68}" type="presParOf" srcId="{251C385E-520D-4253-9EF6-A7630DFD63EE}" destId="{30A0453B-48B0-4E7B-9C55-D189426FA9C8}" srcOrd="2" destOrd="0" presId="urn:microsoft.com/office/officeart/2018/5/layout/IconCircleLabelList"/>
    <dgm:cxn modelId="{6A22D8CA-BBE8-4E23-BACD-2FF0F7B96DD5}" type="presParOf" srcId="{251C385E-520D-4253-9EF6-A7630DFD63EE}" destId="{1E673D69-90BE-419E-BE12-106217B3C1E6}" srcOrd="3" destOrd="0" presId="urn:microsoft.com/office/officeart/2018/5/layout/IconCircleLabelList"/>
    <dgm:cxn modelId="{9730E7D0-90FE-401E-8307-19BE550223B8}" type="presParOf" srcId="{209C6343-CE24-449F-BB95-048086543FDF}" destId="{4554680C-3857-4472-96B5-522E894B7095}" srcOrd="3" destOrd="0" presId="urn:microsoft.com/office/officeart/2018/5/layout/IconCircleLabelList"/>
    <dgm:cxn modelId="{2442A784-C4A2-44A7-BAD1-5BA415F2BDEF}" type="presParOf" srcId="{209C6343-CE24-449F-BB95-048086543FDF}" destId="{DBBB0452-2D48-4F12-BB9A-020CA7E8958B}" srcOrd="4" destOrd="0" presId="urn:microsoft.com/office/officeart/2018/5/layout/IconCircleLabelList"/>
    <dgm:cxn modelId="{7F8ECC80-FB92-4C8C-847E-E5851C63ACAE}" type="presParOf" srcId="{DBBB0452-2D48-4F12-BB9A-020CA7E8958B}" destId="{36EA7468-6E03-4782-AAB1-93E993656DFB}" srcOrd="0" destOrd="0" presId="urn:microsoft.com/office/officeart/2018/5/layout/IconCircleLabelList"/>
    <dgm:cxn modelId="{72B7D5F1-6C0C-4738-970E-87F86B8FEA00}" type="presParOf" srcId="{DBBB0452-2D48-4F12-BB9A-020CA7E8958B}" destId="{36F0210C-FAB7-4F37-845C-36F180CA3E65}" srcOrd="1" destOrd="0" presId="urn:microsoft.com/office/officeart/2018/5/layout/IconCircleLabelList"/>
    <dgm:cxn modelId="{C5A6EEC2-38F3-4F19-97EB-6817380F4FD1}" type="presParOf" srcId="{DBBB0452-2D48-4F12-BB9A-020CA7E8958B}" destId="{ADA89193-B468-43E7-9EDE-5BD7490F83E7}" srcOrd="2" destOrd="0" presId="urn:microsoft.com/office/officeart/2018/5/layout/IconCircleLabelList"/>
    <dgm:cxn modelId="{ABCB1925-101E-4966-A0C4-13D3B2DD3B81}" type="presParOf" srcId="{DBBB0452-2D48-4F12-BB9A-020CA7E8958B}" destId="{746CB3F5-5558-476F-AD75-9D763328C50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479570-CD37-204E-8904-F95B386ADB50}">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BFD390-49E9-DC4B-B5FE-27C4AED8E8B5}">
      <dsp:nvSpPr>
        <dsp:cNvPr id="0" name=""/>
        <dsp:cNvSpPr/>
      </dsp:nvSpPr>
      <dsp:spPr>
        <a:xfrm>
          <a:off x="0" y="0"/>
          <a:ext cx="1380102" cy="5536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Selected Threshold : 0.268</a:t>
          </a:r>
        </a:p>
      </dsp:txBody>
      <dsp:txXfrm>
        <a:off x="0" y="0"/>
        <a:ext cx="1380102" cy="5536141"/>
      </dsp:txXfrm>
    </dsp:sp>
    <dsp:sp modelId="{2BBC4DB0-202F-824A-92F9-B1A14307CA18}">
      <dsp:nvSpPr>
        <dsp:cNvPr id="0" name=""/>
        <dsp:cNvSpPr/>
      </dsp:nvSpPr>
      <dsp:spPr>
        <a:xfrm>
          <a:off x="1483610" y="21862"/>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Accuracy  : 0.744</a:t>
          </a:r>
        </a:p>
      </dsp:txBody>
      <dsp:txXfrm>
        <a:off x="1483610" y="21862"/>
        <a:ext cx="5416901" cy="437241"/>
      </dsp:txXfrm>
    </dsp:sp>
    <dsp:sp modelId="{C5C86BD6-66FF-2B42-ACCA-DECD5CE92B1E}">
      <dsp:nvSpPr>
        <dsp:cNvPr id="0" name=""/>
        <dsp:cNvSpPr/>
      </dsp:nvSpPr>
      <dsp:spPr>
        <a:xfrm>
          <a:off x="1380102" y="459103"/>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AE1B7CD-B093-5B47-B5BC-C44E8FB7402E}">
      <dsp:nvSpPr>
        <dsp:cNvPr id="0" name=""/>
        <dsp:cNvSpPr/>
      </dsp:nvSpPr>
      <dsp:spPr>
        <a:xfrm>
          <a:off x="1483610" y="480965"/>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Precision : 0.507</a:t>
          </a:r>
        </a:p>
      </dsp:txBody>
      <dsp:txXfrm>
        <a:off x="1483610" y="480965"/>
        <a:ext cx="5416901" cy="437241"/>
      </dsp:txXfrm>
    </dsp:sp>
    <dsp:sp modelId="{14C8EC40-5A57-1C47-B74E-14F53656D0C9}">
      <dsp:nvSpPr>
        <dsp:cNvPr id="0" name=""/>
        <dsp:cNvSpPr/>
      </dsp:nvSpPr>
      <dsp:spPr>
        <a:xfrm>
          <a:off x="1380102" y="918207"/>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01D678-52DF-794D-B0D4-BE12AC9E792E}">
      <dsp:nvSpPr>
        <dsp:cNvPr id="0" name=""/>
        <dsp:cNvSpPr/>
      </dsp:nvSpPr>
      <dsp:spPr>
        <a:xfrm>
          <a:off x="1483610" y="940069"/>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Recall    : 0.493</a:t>
          </a:r>
        </a:p>
      </dsp:txBody>
      <dsp:txXfrm>
        <a:off x="1483610" y="940069"/>
        <a:ext cx="5416901" cy="437241"/>
      </dsp:txXfrm>
    </dsp:sp>
    <dsp:sp modelId="{FDB17648-A5CC-4145-9247-DC72A21FDBE0}">
      <dsp:nvSpPr>
        <dsp:cNvPr id="0" name=""/>
        <dsp:cNvSpPr/>
      </dsp:nvSpPr>
      <dsp:spPr>
        <a:xfrm>
          <a:off x="1380102" y="1377311"/>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8B9004-4286-DA41-B46C-7348721F81FC}">
      <dsp:nvSpPr>
        <dsp:cNvPr id="0" name=""/>
        <dsp:cNvSpPr/>
      </dsp:nvSpPr>
      <dsp:spPr>
        <a:xfrm>
          <a:off x="1483610" y="1399173"/>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F1 Score  : 0.500</a:t>
          </a:r>
        </a:p>
      </dsp:txBody>
      <dsp:txXfrm>
        <a:off x="1483610" y="1399173"/>
        <a:ext cx="5416901" cy="437241"/>
      </dsp:txXfrm>
    </dsp:sp>
    <dsp:sp modelId="{E1B79B8E-12A9-2B43-B690-B7BFAAF700B1}">
      <dsp:nvSpPr>
        <dsp:cNvPr id="0" name=""/>
        <dsp:cNvSpPr/>
      </dsp:nvSpPr>
      <dsp:spPr>
        <a:xfrm>
          <a:off x="1380102" y="1836414"/>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8C9D1A-2418-F247-9141-6528A9ABD5D4}">
      <dsp:nvSpPr>
        <dsp:cNvPr id="0" name=""/>
        <dsp:cNvSpPr/>
      </dsp:nvSpPr>
      <dsp:spPr>
        <a:xfrm>
          <a:off x="1483610" y="1858276"/>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ROC AUC   : 0.703</a:t>
          </a:r>
        </a:p>
      </dsp:txBody>
      <dsp:txXfrm>
        <a:off x="1483610" y="1858276"/>
        <a:ext cx="5416901" cy="437241"/>
      </dsp:txXfrm>
    </dsp:sp>
    <dsp:sp modelId="{EF9E189C-9BD6-1145-BB52-FD1882B441A2}">
      <dsp:nvSpPr>
        <dsp:cNvPr id="0" name=""/>
        <dsp:cNvSpPr/>
      </dsp:nvSpPr>
      <dsp:spPr>
        <a:xfrm>
          <a:off x="1380102" y="2295518"/>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FFA699-C6AE-8F45-B26F-5AAB513C3A9B}">
      <dsp:nvSpPr>
        <dsp:cNvPr id="0" name=""/>
        <dsp:cNvSpPr/>
      </dsp:nvSpPr>
      <dsp:spPr>
        <a:xfrm>
          <a:off x="1483610" y="2317380"/>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Claims Reviewed (25%): 134</a:t>
          </a:r>
        </a:p>
      </dsp:txBody>
      <dsp:txXfrm>
        <a:off x="1483610" y="2317380"/>
        <a:ext cx="5416901" cy="437241"/>
      </dsp:txXfrm>
    </dsp:sp>
    <dsp:sp modelId="{1D56B8A3-6B71-E34E-A6EF-6CE1A5535E9C}">
      <dsp:nvSpPr>
        <dsp:cNvPr id="0" name=""/>
        <dsp:cNvSpPr/>
      </dsp:nvSpPr>
      <dsp:spPr>
        <a:xfrm>
          <a:off x="1380102" y="2754622"/>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47A1D0-E736-684F-AB90-32AD4977BB06}">
      <dsp:nvSpPr>
        <dsp:cNvPr id="0" name=""/>
        <dsp:cNvSpPr/>
      </dsp:nvSpPr>
      <dsp:spPr>
        <a:xfrm>
          <a:off x="1483610" y="2776484"/>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Total Denials: 140</a:t>
          </a:r>
        </a:p>
      </dsp:txBody>
      <dsp:txXfrm>
        <a:off x="1483610" y="2776484"/>
        <a:ext cx="5416901" cy="437241"/>
      </dsp:txXfrm>
    </dsp:sp>
    <dsp:sp modelId="{3B0B9C84-9097-844A-8957-EEE8C68F33B1}">
      <dsp:nvSpPr>
        <dsp:cNvPr id="0" name=""/>
        <dsp:cNvSpPr/>
      </dsp:nvSpPr>
      <dsp:spPr>
        <a:xfrm>
          <a:off x="1380102" y="3213725"/>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B65799-AB56-F64F-B40C-BF1FDA9EF911}">
      <dsp:nvSpPr>
        <dsp:cNvPr id="0" name=""/>
        <dsp:cNvSpPr/>
      </dsp:nvSpPr>
      <dsp:spPr>
        <a:xfrm>
          <a:off x="1483610" y="3235587"/>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Captured Denials: 68</a:t>
          </a:r>
        </a:p>
      </dsp:txBody>
      <dsp:txXfrm>
        <a:off x="1483610" y="3235587"/>
        <a:ext cx="5416901" cy="437241"/>
      </dsp:txXfrm>
    </dsp:sp>
    <dsp:sp modelId="{F1A3CB86-C690-5C4C-A425-97519160FA42}">
      <dsp:nvSpPr>
        <dsp:cNvPr id="0" name=""/>
        <dsp:cNvSpPr/>
      </dsp:nvSpPr>
      <dsp:spPr>
        <a:xfrm>
          <a:off x="1380102" y="3672829"/>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B92904-DA39-904E-BCF0-2F67721F398A}">
      <dsp:nvSpPr>
        <dsp:cNvPr id="0" name=""/>
        <dsp:cNvSpPr/>
      </dsp:nvSpPr>
      <dsp:spPr>
        <a:xfrm>
          <a:off x="1483610" y="3694691"/>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Denial Capture Rate: 48.57%</a:t>
          </a:r>
        </a:p>
      </dsp:txBody>
      <dsp:txXfrm>
        <a:off x="1483610" y="3694691"/>
        <a:ext cx="5416901" cy="437241"/>
      </dsp:txXfrm>
    </dsp:sp>
    <dsp:sp modelId="{0A644C51-3966-4B4F-9C85-20D02115B2AF}">
      <dsp:nvSpPr>
        <dsp:cNvPr id="0" name=""/>
        <dsp:cNvSpPr/>
      </dsp:nvSpPr>
      <dsp:spPr>
        <a:xfrm>
          <a:off x="1380102" y="4131933"/>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BC76D16-F62B-5441-9129-277ECAD9181E}">
      <dsp:nvSpPr>
        <dsp:cNvPr id="0" name=""/>
        <dsp:cNvSpPr/>
      </dsp:nvSpPr>
      <dsp:spPr>
        <a:xfrm>
          <a:off x="1483610" y="4153795"/>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High Risk Tier: Top 25%</a:t>
          </a:r>
        </a:p>
      </dsp:txBody>
      <dsp:txXfrm>
        <a:off x="1483610" y="4153795"/>
        <a:ext cx="5416901" cy="437241"/>
      </dsp:txXfrm>
    </dsp:sp>
    <dsp:sp modelId="{14684576-4E0E-1746-A218-AE225E302920}">
      <dsp:nvSpPr>
        <dsp:cNvPr id="0" name=""/>
        <dsp:cNvSpPr/>
      </dsp:nvSpPr>
      <dsp:spPr>
        <a:xfrm>
          <a:off x="1380102" y="4591036"/>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B7D8A8-F223-9B4C-9BBA-FC44B64AA83D}">
      <dsp:nvSpPr>
        <dsp:cNvPr id="0" name=""/>
        <dsp:cNvSpPr/>
      </dsp:nvSpPr>
      <dsp:spPr>
        <a:xfrm>
          <a:off x="1483610" y="4612898"/>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Medium Risk Tier: 50</a:t>
          </a:r>
          <a:r>
            <a:rPr lang="en-US" sz="2000" kern="1200" baseline="30000" dirty="0"/>
            <a:t>th</a:t>
          </a:r>
          <a:r>
            <a:rPr lang="en-US" sz="2000" kern="1200" dirty="0"/>
            <a:t>-75</a:t>
          </a:r>
          <a:r>
            <a:rPr lang="en-US" sz="2000" kern="1200" baseline="30000" dirty="0"/>
            <a:t>th</a:t>
          </a:r>
          <a:r>
            <a:rPr lang="en-US" sz="2000" kern="1200" dirty="0"/>
            <a:t> Percentile</a:t>
          </a:r>
        </a:p>
      </dsp:txBody>
      <dsp:txXfrm>
        <a:off x="1483610" y="4612898"/>
        <a:ext cx="5416901" cy="437241"/>
      </dsp:txXfrm>
    </dsp:sp>
    <dsp:sp modelId="{5352C1D8-8DAF-3140-B3BE-E22A844DA3D2}">
      <dsp:nvSpPr>
        <dsp:cNvPr id="0" name=""/>
        <dsp:cNvSpPr/>
      </dsp:nvSpPr>
      <dsp:spPr>
        <a:xfrm>
          <a:off x="1380102" y="5050140"/>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7991E7-7698-314E-8A84-D500C1816458}">
      <dsp:nvSpPr>
        <dsp:cNvPr id="0" name=""/>
        <dsp:cNvSpPr/>
      </dsp:nvSpPr>
      <dsp:spPr>
        <a:xfrm>
          <a:off x="1483610" y="5072002"/>
          <a:ext cx="5416901" cy="437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Low Risk Tier: Bottom 50%</a:t>
          </a:r>
        </a:p>
      </dsp:txBody>
      <dsp:txXfrm>
        <a:off x="1483610" y="5072002"/>
        <a:ext cx="5416901" cy="437241"/>
      </dsp:txXfrm>
    </dsp:sp>
    <dsp:sp modelId="{FEE42B16-5BD7-6047-AB57-885695C67CE6}">
      <dsp:nvSpPr>
        <dsp:cNvPr id="0" name=""/>
        <dsp:cNvSpPr/>
      </dsp:nvSpPr>
      <dsp:spPr>
        <a:xfrm>
          <a:off x="1380102" y="5509244"/>
          <a:ext cx="552040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486E6-E1EB-4DF1-B31F-980CA272A50A}">
      <dsp:nvSpPr>
        <dsp:cNvPr id="0" name=""/>
        <dsp:cNvSpPr/>
      </dsp:nvSpPr>
      <dsp:spPr>
        <a:xfrm>
          <a:off x="0" y="6863"/>
          <a:ext cx="10515600" cy="846361"/>
        </a:xfrm>
        <a:prstGeom prst="roundRect">
          <a:avLst>
            <a:gd name="adj" fmla="val 10000"/>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dsp:style>
    </dsp:sp>
    <dsp:sp modelId="{C118BACE-E844-4E25-9E43-EBA14AE6FE7F}">
      <dsp:nvSpPr>
        <dsp:cNvPr id="0" name=""/>
        <dsp:cNvSpPr/>
      </dsp:nvSpPr>
      <dsp:spPr>
        <a:xfrm>
          <a:off x="256024" y="197294"/>
          <a:ext cx="465953" cy="465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018133-003E-4D3D-9625-5DDBFBDF2504}">
      <dsp:nvSpPr>
        <dsp:cNvPr id="0" name=""/>
        <dsp:cNvSpPr/>
      </dsp:nvSpPr>
      <dsp:spPr>
        <a:xfrm>
          <a:off x="978002" y="6863"/>
          <a:ext cx="9507974" cy="899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72" tIns="95172" rIns="95172" bIns="95172" numCol="1" spcCol="1270" anchor="ctr" anchorCtr="0">
          <a:noAutofit/>
        </a:bodyPr>
        <a:lstStyle/>
        <a:p>
          <a:pPr marL="0" lvl="0" indent="0" algn="l" defTabSz="844550">
            <a:lnSpc>
              <a:spcPct val="100000"/>
            </a:lnSpc>
            <a:spcBef>
              <a:spcPct val="0"/>
            </a:spcBef>
            <a:spcAft>
              <a:spcPct val="35000"/>
            </a:spcAft>
            <a:buNone/>
          </a:pPr>
          <a:r>
            <a:rPr lang="en-IN" sz="1900" kern="1200" dirty="0"/>
            <a:t>LLM Explanation Example:-</a:t>
          </a:r>
          <a:endParaRPr lang="en-US" sz="1900" kern="1200" dirty="0"/>
        </a:p>
      </dsp:txBody>
      <dsp:txXfrm>
        <a:off x="978002" y="6863"/>
        <a:ext cx="9507974" cy="899259"/>
      </dsp:txXfrm>
    </dsp:sp>
    <dsp:sp modelId="{181E3932-2142-48F8-B9CF-B6391FA174ED}">
      <dsp:nvSpPr>
        <dsp:cNvPr id="0" name=""/>
        <dsp:cNvSpPr/>
      </dsp:nvSpPr>
      <dsp:spPr>
        <a:xfrm>
          <a:off x="0" y="1130937"/>
          <a:ext cx="10515600" cy="84636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45CFC9-4C00-4315-A7FA-23E4AEA7DFD0}">
      <dsp:nvSpPr>
        <dsp:cNvPr id="0" name=""/>
        <dsp:cNvSpPr/>
      </dsp:nvSpPr>
      <dsp:spPr>
        <a:xfrm>
          <a:off x="256024" y="1321368"/>
          <a:ext cx="465953" cy="465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C1D509-BEC2-4CA8-BD3B-E45F29BCF26E}">
      <dsp:nvSpPr>
        <dsp:cNvPr id="0" name=""/>
        <dsp:cNvSpPr/>
      </dsp:nvSpPr>
      <dsp:spPr>
        <a:xfrm>
          <a:off x="978002" y="1130937"/>
          <a:ext cx="9507974" cy="899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72" tIns="95172" rIns="95172" bIns="95172" numCol="1" spcCol="1270" anchor="ctr" anchorCtr="0">
          <a:noAutofit/>
        </a:bodyPr>
        <a:lstStyle/>
        <a:p>
          <a:pPr marL="0" lvl="0" indent="0" algn="l" defTabSz="533400">
            <a:lnSpc>
              <a:spcPct val="100000"/>
            </a:lnSpc>
            <a:spcBef>
              <a:spcPct val="0"/>
            </a:spcBef>
            <a:spcAft>
              <a:spcPct val="35000"/>
            </a:spcAft>
            <a:buNone/>
          </a:pPr>
          <a:r>
            <a:rPr lang="en-GB" sz="1200" kern="1200" dirty="0"/>
            <a:t>The 79.11% denial risk is driven primarily by the lack of verified eligibility and the presence of missing documentation, which complicates the processing of this high-cost inpatient claim. Furthermore, the late submission status and the fact that the provider is out-of-network significantly amplify the likelihood of a denial. To reduce this risk, you should immediately obtain and attach all required clinical documentation before final submission. This prediction represents estimated risk and does not guarantee claim denial.</a:t>
          </a:r>
          <a:endParaRPr lang="en-US" sz="1200" kern="1200" dirty="0"/>
        </a:p>
      </dsp:txBody>
      <dsp:txXfrm>
        <a:off x="978002" y="1130937"/>
        <a:ext cx="9507974" cy="899259"/>
      </dsp:txXfrm>
    </dsp:sp>
    <dsp:sp modelId="{686C57C6-4426-DE40-941D-4283D969890A}">
      <dsp:nvSpPr>
        <dsp:cNvPr id="0" name=""/>
        <dsp:cNvSpPr/>
      </dsp:nvSpPr>
      <dsp:spPr>
        <a:xfrm>
          <a:off x="0" y="2255010"/>
          <a:ext cx="10515600" cy="84636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3A4257-BF2C-9843-8777-9BDAABA6DAD7}">
      <dsp:nvSpPr>
        <dsp:cNvPr id="0" name=""/>
        <dsp:cNvSpPr/>
      </dsp:nvSpPr>
      <dsp:spPr>
        <a:xfrm>
          <a:off x="256024" y="2445442"/>
          <a:ext cx="465953" cy="465498"/>
        </a:xfrm>
        <a:prstGeom prst="rect">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81A860-9396-9848-8F62-E8920398E677}">
      <dsp:nvSpPr>
        <dsp:cNvPr id="0" name=""/>
        <dsp:cNvSpPr/>
      </dsp:nvSpPr>
      <dsp:spPr>
        <a:xfrm>
          <a:off x="978002" y="2255010"/>
          <a:ext cx="9507974" cy="899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72" tIns="95172" rIns="95172" bIns="95172" numCol="1" spcCol="1270" anchor="ctr" anchorCtr="0">
          <a:noAutofit/>
        </a:bodyPr>
        <a:lstStyle/>
        <a:p>
          <a:pPr marL="0" lvl="0" indent="0" algn="l" defTabSz="466725">
            <a:lnSpc>
              <a:spcPct val="100000"/>
            </a:lnSpc>
            <a:spcBef>
              <a:spcPct val="0"/>
            </a:spcBef>
            <a:spcAft>
              <a:spcPct val="35000"/>
            </a:spcAft>
            <a:buNone/>
          </a:pPr>
          <a:r>
            <a:rPr lang="en-GB" sz="1050" kern="1200" dirty="0"/>
            <a:t>Low Risk Explanation Example: Although the model identifies factors such as potential authorization gaps and missing documentation as theoretical risks, the claim's low denial probability of 16.59% is supported by the fact that the actual claim status indicates no documentation is missing and no authorization is required. Given that the provider is out-of-network, the primary recommendation to further secure this claim is to verify that the specific Medicaid MCO contract allows for out-of-network reimbursement for observation services. This prediction represents estimated risk and does not guarantee claim denial.</a:t>
          </a:r>
        </a:p>
      </dsp:txBody>
      <dsp:txXfrm>
        <a:off x="978002" y="2255010"/>
        <a:ext cx="9507974" cy="899259"/>
      </dsp:txXfrm>
    </dsp:sp>
    <dsp:sp modelId="{F1D2AF96-1173-49AF-88AA-3C5290A6A220}">
      <dsp:nvSpPr>
        <dsp:cNvPr id="0" name=""/>
        <dsp:cNvSpPr/>
      </dsp:nvSpPr>
      <dsp:spPr>
        <a:xfrm>
          <a:off x="0" y="3379084"/>
          <a:ext cx="10515600" cy="84636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DB8BA4-F8AA-4C60-BB30-1D873769C2BF}">
      <dsp:nvSpPr>
        <dsp:cNvPr id="0" name=""/>
        <dsp:cNvSpPr/>
      </dsp:nvSpPr>
      <dsp:spPr>
        <a:xfrm>
          <a:off x="256024" y="3569516"/>
          <a:ext cx="465953" cy="465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0AB792-AFE4-41F6-B35C-24C31FDFC684}">
      <dsp:nvSpPr>
        <dsp:cNvPr id="0" name=""/>
        <dsp:cNvSpPr/>
      </dsp:nvSpPr>
      <dsp:spPr>
        <a:xfrm>
          <a:off x="978002" y="3379084"/>
          <a:ext cx="9507974" cy="899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72" tIns="95172" rIns="95172" bIns="95172" numCol="1" spcCol="1270" anchor="ctr" anchorCtr="0">
          <a:noAutofit/>
        </a:bodyPr>
        <a:lstStyle/>
        <a:p>
          <a:pPr marL="0" lvl="0" indent="0" algn="l" defTabSz="844550">
            <a:lnSpc>
              <a:spcPct val="100000"/>
            </a:lnSpc>
            <a:spcBef>
              <a:spcPct val="0"/>
            </a:spcBef>
            <a:spcAft>
              <a:spcPct val="35000"/>
            </a:spcAft>
            <a:buNone/>
          </a:pPr>
          <a:r>
            <a:rPr lang="en-IN" sz="1900" kern="1200"/>
            <a:t>Honest Limitation:-</a:t>
          </a:r>
          <a:endParaRPr lang="en-US" sz="1900" kern="1200"/>
        </a:p>
      </dsp:txBody>
      <dsp:txXfrm>
        <a:off x="978002" y="3379084"/>
        <a:ext cx="9507974" cy="899259"/>
      </dsp:txXfrm>
    </dsp:sp>
    <dsp:sp modelId="{F919D414-99FD-4CE5-96D2-FD5ABDE38B4D}">
      <dsp:nvSpPr>
        <dsp:cNvPr id="0" name=""/>
        <dsp:cNvSpPr/>
      </dsp:nvSpPr>
      <dsp:spPr>
        <a:xfrm>
          <a:off x="0" y="4503158"/>
          <a:ext cx="10515600" cy="84636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529468-3815-4CF3-9D94-4B56F8C9AF03}">
      <dsp:nvSpPr>
        <dsp:cNvPr id="0" name=""/>
        <dsp:cNvSpPr/>
      </dsp:nvSpPr>
      <dsp:spPr>
        <a:xfrm>
          <a:off x="256024" y="4693590"/>
          <a:ext cx="465953" cy="465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DD486A-4118-462A-BD18-2EF429CA7158}">
      <dsp:nvSpPr>
        <dsp:cNvPr id="0" name=""/>
        <dsp:cNvSpPr/>
      </dsp:nvSpPr>
      <dsp:spPr>
        <a:xfrm>
          <a:off x="978002" y="4503158"/>
          <a:ext cx="9507974" cy="899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72" tIns="95172" rIns="95172" bIns="95172" numCol="1" spcCol="1270" anchor="ctr" anchorCtr="0">
          <a:noAutofit/>
        </a:bodyPr>
        <a:lstStyle/>
        <a:p>
          <a:pPr marL="0" lvl="0" indent="0" algn="l" defTabSz="622300">
            <a:lnSpc>
              <a:spcPct val="100000"/>
            </a:lnSpc>
            <a:spcBef>
              <a:spcPct val="0"/>
            </a:spcBef>
            <a:spcAft>
              <a:spcPct val="35000"/>
            </a:spcAft>
            <a:buNone/>
          </a:pPr>
          <a:r>
            <a:rPr lang="en-IN" sz="1400" kern="1200" dirty="0"/>
            <a:t>The LLM does not independently determine denial risk; it explains the machine learning model's prediction based solely on the supplied claim attributes and SHAP-derived feature contributions. If the underlying model prediction or feature importance is incorrect or incomplete, the generated explanation may also be incomplete.</a:t>
          </a:r>
          <a:endParaRPr lang="en-US" sz="1400" kern="1200" dirty="0"/>
        </a:p>
      </dsp:txBody>
      <dsp:txXfrm>
        <a:off x="978002" y="4503158"/>
        <a:ext cx="9507974" cy="8992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D5EED-AC5F-4680-AF2B-4A49D1CA1C23}">
      <dsp:nvSpPr>
        <dsp:cNvPr id="0" name=""/>
        <dsp:cNvSpPr/>
      </dsp:nvSpPr>
      <dsp:spPr>
        <a:xfrm>
          <a:off x="679050" y="578168"/>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7A101E-756C-4A3B-8680-E005B2E949A8}">
      <dsp:nvSpPr>
        <dsp:cNvPr id="0" name=""/>
        <dsp:cNvSpPr/>
      </dsp:nvSpPr>
      <dsp:spPr>
        <a:xfrm>
          <a:off x="1081237"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646573-9C54-48AA-8C58-C396AB1F81A0}">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IN" sz="1300" kern="1200" dirty="0"/>
            <a:t>Improve Model recall through Iterative experimentation, address feature collinearity</a:t>
          </a:r>
          <a:endParaRPr lang="en-US" sz="1300" kern="1200" dirty="0"/>
        </a:p>
      </dsp:txBody>
      <dsp:txXfrm>
        <a:off x="75768" y="3053169"/>
        <a:ext cx="3093750" cy="720000"/>
      </dsp:txXfrm>
    </dsp:sp>
    <dsp:sp modelId="{BAC430F5-4E33-46D3-AB35-2750C287C405}">
      <dsp:nvSpPr>
        <dsp:cNvPr id="0" name=""/>
        <dsp:cNvSpPr/>
      </dsp:nvSpPr>
      <dsp:spPr>
        <a:xfrm>
          <a:off x="4314206" y="578168"/>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ABDF8D-2F85-4E08-8884-6D783131BA2A}">
      <dsp:nvSpPr>
        <dsp:cNvPr id="0" name=""/>
        <dsp:cNvSpPr/>
      </dsp:nvSpPr>
      <dsp:spPr>
        <a:xfrm>
          <a:off x="4716393"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673D69-90BE-419E-BE12-106217B3C1E6}">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dirty="0"/>
            <a:t>Perform</a:t>
          </a:r>
          <a:r>
            <a:rPr lang="en-US" sz="1300" kern="1200" baseline="0" dirty="0"/>
            <a:t> Systematic Hyperparameter optimization</a:t>
          </a:r>
          <a:endParaRPr lang="en-US" sz="1300" kern="1200" dirty="0"/>
        </a:p>
      </dsp:txBody>
      <dsp:txXfrm>
        <a:off x="3710925" y="3053169"/>
        <a:ext cx="3093750" cy="720000"/>
      </dsp:txXfrm>
    </dsp:sp>
    <dsp:sp modelId="{36EA7468-6E03-4782-AAB1-93E993656DFB}">
      <dsp:nvSpPr>
        <dsp:cNvPr id="0" name=""/>
        <dsp:cNvSpPr/>
      </dsp:nvSpPr>
      <dsp:spPr>
        <a:xfrm>
          <a:off x="7949362" y="578168"/>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F0210C-FAB7-4F37-845C-36F180CA3E65}">
      <dsp:nvSpPr>
        <dsp:cNvPr id="0" name=""/>
        <dsp:cNvSpPr/>
      </dsp:nvSpPr>
      <dsp:spPr>
        <a:xfrm>
          <a:off x="8351550"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CB3F5-5558-476F-AD75-9D763328C50E}">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IN" sz="1300" kern="1200" dirty="0"/>
            <a:t>Production readiness - Package the solution as a REST API, implement model drift monitoring</a:t>
          </a:r>
          <a:endParaRPr lang="en-US" sz="1300" kern="1200" dirty="0"/>
        </a:p>
      </dsp:txBody>
      <dsp:txXfrm>
        <a:off x="7346081" y="3053169"/>
        <a:ext cx="309375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BC651-5CA7-B63A-9BFE-33E0119FF2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D26BBBE-790F-E52B-8D42-1C8885ABF1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B5CF09D-D198-9B63-B49F-4562A9206A17}"/>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5" name="Footer Placeholder 4">
            <a:extLst>
              <a:ext uri="{FF2B5EF4-FFF2-40B4-BE49-F238E27FC236}">
                <a16:creationId xmlns:a16="http://schemas.microsoft.com/office/drawing/2014/main" id="{3E4D9416-E567-AC5A-953B-C0ADA6C5F6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A0A2E-BFB4-20B5-FEB0-2D787EEE31F1}"/>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192989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36AEE-DAB0-36C0-0482-5725553A660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72DF26-5543-F8D3-F1CC-2ADD6E13F9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D5B136-E1F9-477F-FBA1-330DF35ACD89}"/>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5" name="Footer Placeholder 4">
            <a:extLst>
              <a:ext uri="{FF2B5EF4-FFF2-40B4-BE49-F238E27FC236}">
                <a16:creationId xmlns:a16="http://schemas.microsoft.com/office/drawing/2014/main" id="{C80264BF-0786-0592-6875-6D6FF221EE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F8549-63D9-E3F8-D78E-B78E0A83383E}"/>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3251225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5835-66B1-CE17-BDF8-503C7CE70D3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19BC1B0-7C54-C84E-7CD4-04857E93D4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02ABBE-D3BE-C9FC-BC14-FAF460A3D735}"/>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5" name="Footer Placeholder 4">
            <a:extLst>
              <a:ext uri="{FF2B5EF4-FFF2-40B4-BE49-F238E27FC236}">
                <a16:creationId xmlns:a16="http://schemas.microsoft.com/office/drawing/2014/main" id="{DFF2AEA0-B6EB-CBFC-78B0-AEC0C5B034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BE29C-2D6B-744B-B224-3F4F38E2F7F8}"/>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3489161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AFB98-A8DE-35E2-EFD2-7C5AA4E3042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EAD87A-FC59-6586-5C2F-9DAF73296A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BEE8220-415B-1A5D-EF66-9DFD7688BD3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45BD79B-A62A-E8AF-E552-0F0F078FB6EB}"/>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6" name="Footer Placeholder 5">
            <a:extLst>
              <a:ext uri="{FF2B5EF4-FFF2-40B4-BE49-F238E27FC236}">
                <a16:creationId xmlns:a16="http://schemas.microsoft.com/office/drawing/2014/main" id="{14C74949-22A2-3535-AAA7-7B101A5A30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D36F0A-6F5E-03C3-0E1D-4B85ED168A3E}"/>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9952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E161-BC1F-0CCB-B375-D25322ECB12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E253670-500C-D5A8-D71D-1CCA08B94B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954B86-DDB2-309B-54AE-4C75EAE300B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7F1641D-863B-4064-168D-9EAC593E54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973E329-E135-AF4F-1A79-904611380A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668670A-50E5-9D78-54B7-DC899F6DB3EB}"/>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8" name="Footer Placeholder 7">
            <a:extLst>
              <a:ext uri="{FF2B5EF4-FFF2-40B4-BE49-F238E27FC236}">
                <a16:creationId xmlns:a16="http://schemas.microsoft.com/office/drawing/2014/main" id="{651AFAF5-6DA5-EAC3-2C61-C574F202D1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DB4F27-9F07-FE6C-7F3B-693601E5E111}"/>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3304589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95F53-2CFD-4E9E-1546-66C64E263CA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99C6786-83FD-5E0C-FBF3-F080D39E6B95}"/>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4" name="Footer Placeholder 3">
            <a:extLst>
              <a:ext uri="{FF2B5EF4-FFF2-40B4-BE49-F238E27FC236}">
                <a16:creationId xmlns:a16="http://schemas.microsoft.com/office/drawing/2014/main" id="{65CAF205-B5F9-7A70-32FC-572996721B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25154E-47A4-7C26-5868-D56DECE1764C}"/>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1718910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DA8A25-AD4E-E7AC-00D6-58990D40A811}"/>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3" name="Footer Placeholder 2">
            <a:extLst>
              <a:ext uri="{FF2B5EF4-FFF2-40B4-BE49-F238E27FC236}">
                <a16:creationId xmlns:a16="http://schemas.microsoft.com/office/drawing/2014/main" id="{BEA40693-BA11-25AE-426D-DC8A7AADBC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D204B4-349A-088E-BFC9-CE9B8C0A5971}"/>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2448756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B86A-9BE9-0266-BEE5-B4006FF224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D29C35-C476-6449-FCC0-E63C313518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D41DF63-EDE4-FFBF-1A75-E1698F717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CC616F-7652-BEFD-C926-FFD370467EFF}"/>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6" name="Footer Placeholder 5">
            <a:extLst>
              <a:ext uri="{FF2B5EF4-FFF2-40B4-BE49-F238E27FC236}">
                <a16:creationId xmlns:a16="http://schemas.microsoft.com/office/drawing/2014/main" id="{591193B0-E199-24C8-1F3F-FC427F0BE0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BC2B05-03A4-4603-8693-5F7905E939E9}"/>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3643061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8517-5B8A-58B3-EE3C-8CEA107EBD7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85204A9-1A2B-3603-95A3-C483523DE0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15632A-6776-FB80-8D45-DC846F338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5143885-D4E4-2885-F053-E82A1CA224E6}"/>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6" name="Footer Placeholder 5">
            <a:extLst>
              <a:ext uri="{FF2B5EF4-FFF2-40B4-BE49-F238E27FC236}">
                <a16:creationId xmlns:a16="http://schemas.microsoft.com/office/drawing/2014/main" id="{4B165363-9683-2F35-D57C-EC8990AA1C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67B67E-EB28-82AF-D03C-33DFFAC1389B}"/>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428410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EC40E-7F02-46D0-1540-5DF9DFE5ACB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D576301-AFBC-F476-CA96-A819677579D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EBA3A84-7F35-A39E-94A9-9D5C40E0043F}"/>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5" name="Footer Placeholder 4">
            <a:extLst>
              <a:ext uri="{FF2B5EF4-FFF2-40B4-BE49-F238E27FC236}">
                <a16:creationId xmlns:a16="http://schemas.microsoft.com/office/drawing/2014/main" id="{94F656D4-A830-DDD8-EEAE-43DB369185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9B525E-59C5-B855-9AFD-BD7C8A81BE99}"/>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508317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8CD167-E2A0-1DF1-AA6B-272BC56932D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C5E0498-65A1-3A45-4681-C74C65AB8DF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5EF570-824E-2ADB-8455-93730ED19F60}"/>
              </a:ext>
            </a:extLst>
          </p:cNvPr>
          <p:cNvSpPr>
            <a:spLocks noGrp="1"/>
          </p:cNvSpPr>
          <p:nvPr>
            <p:ph type="dt" sz="half" idx="10"/>
          </p:nvPr>
        </p:nvSpPr>
        <p:spPr/>
        <p:txBody>
          <a:bodyPr/>
          <a:lstStyle/>
          <a:p>
            <a:fld id="{DC3E686B-4E69-4A45-8652-CB4C94D6EFD4}" type="datetimeFigureOut">
              <a:rPr lang="en-US" smtClean="0"/>
              <a:t>7/6/26</a:t>
            </a:fld>
            <a:endParaRPr lang="en-US"/>
          </a:p>
        </p:txBody>
      </p:sp>
      <p:sp>
        <p:nvSpPr>
          <p:cNvPr id="5" name="Footer Placeholder 4">
            <a:extLst>
              <a:ext uri="{FF2B5EF4-FFF2-40B4-BE49-F238E27FC236}">
                <a16:creationId xmlns:a16="http://schemas.microsoft.com/office/drawing/2014/main" id="{5DE4C0EF-316A-E7AB-6B35-74ADDD742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AE079-0834-0CD4-03FD-696FC59276BD}"/>
              </a:ext>
            </a:extLst>
          </p:cNvPr>
          <p:cNvSpPr>
            <a:spLocks noGrp="1"/>
          </p:cNvSpPr>
          <p:nvPr>
            <p:ph type="sldNum" sz="quarter" idx="12"/>
          </p:nvPr>
        </p:nvSpPr>
        <p:spPr/>
        <p:txBody>
          <a:bodyPr/>
          <a:lstStyle/>
          <a:p>
            <a:fld id="{7367CB11-19A2-FD49-8098-4C969F05988D}" type="slidenum">
              <a:rPr lang="en-US" smtClean="0"/>
              <a:t>‹#›</a:t>
            </a:fld>
            <a:endParaRPr lang="en-US"/>
          </a:p>
        </p:txBody>
      </p:sp>
    </p:spTree>
    <p:extLst>
      <p:ext uri="{BB962C8B-B14F-4D97-AF65-F5344CB8AC3E}">
        <p14:creationId xmlns:p14="http://schemas.microsoft.com/office/powerpoint/2010/main" val="3970726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9C6A72-8170-B892-29EA-6A5D0D97AE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C3D4BBE-4999-1752-AC51-49C94C362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81F9139-892E-F29E-7D32-432CC97B4C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3E686B-4E69-4A45-8652-CB4C94D6EFD4}" type="datetimeFigureOut">
              <a:rPr lang="en-US" smtClean="0"/>
              <a:t>7/6/26</a:t>
            </a:fld>
            <a:endParaRPr lang="en-US"/>
          </a:p>
        </p:txBody>
      </p:sp>
      <p:sp>
        <p:nvSpPr>
          <p:cNvPr id="5" name="Footer Placeholder 4">
            <a:extLst>
              <a:ext uri="{FF2B5EF4-FFF2-40B4-BE49-F238E27FC236}">
                <a16:creationId xmlns:a16="http://schemas.microsoft.com/office/drawing/2014/main" id="{67536D0E-0457-17A4-34BA-968EAB005E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C84644-C034-68AA-63E8-FEA9191054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67CB11-19A2-FD49-8098-4C969F05988D}" type="slidenum">
              <a:rPr lang="en-US" smtClean="0"/>
              <a:t>‹#›</a:t>
            </a:fld>
            <a:endParaRPr lang="en-US"/>
          </a:p>
        </p:txBody>
      </p:sp>
    </p:spTree>
    <p:extLst>
      <p:ext uri="{BB962C8B-B14F-4D97-AF65-F5344CB8AC3E}">
        <p14:creationId xmlns:p14="http://schemas.microsoft.com/office/powerpoint/2010/main" val="2057460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0BD244F1-24AA-7AFE-155A-CE1A8DC134AD}"/>
              </a:ext>
            </a:extLst>
          </p:cNvPr>
          <p:cNvSpPr>
            <a:spLocks noGrp="1"/>
          </p:cNvSpPr>
          <p:nvPr>
            <p:ph type="ctrTitle"/>
          </p:nvPr>
        </p:nvSpPr>
        <p:spPr>
          <a:xfrm>
            <a:off x="1301261" y="590062"/>
            <a:ext cx="5409655" cy="2838938"/>
          </a:xfrm>
        </p:spPr>
        <p:txBody>
          <a:bodyPr>
            <a:normAutofit fontScale="90000"/>
          </a:bodyPr>
          <a:lstStyle/>
          <a:p>
            <a:pPr algn="l"/>
            <a:r>
              <a:rPr lang="en-US" sz="5600" dirty="0">
                <a:solidFill>
                  <a:srgbClr val="FFFFFF"/>
                </a:solidFill>
              </a:rPr>
              <a:t>Ensemble Health Partners</a:t>
            </a:r>
            <a:br>
              <a:rPr lang="en-US" sz="5600" dirty="0">
                <a:solidFill>
                  <a:srgbClr val="FFFFFF"/>
                </a:solidFill>
              </a:rPr>
            </a:br>
            <a:r>
              <a:rPr lang="en-US" sz="5600" dirty="0">
                <a:solidFill>
                  <a:srgbClr val="FFFFFF"/>
                </a:solidFill>
              </a:rPr>
              <a:t>Hiring Assessment – </a:t>
            </a:r>
            <a:br>
              <a:rPr lang="en-US" sz="5600" dirty="0">
                <a:solidFill>
                  <a:srgbClr val="FFFFFF"/>
                </a:solidFill>
              </a:rPr>
            </a:br>
            <a:r>
              <a:rPr lang="en-US" sz="5600" dirty="0">
                <a:solidFill>
                  <a:srgbClr val="FFFFFF"/>
                </a:solidFill>
              </a:rPr>
              <a:t>AI/ML+ GenAI</a:t>
            </a:r>
          </a:p>
        </p:txBody>
      </p:sp>
      <p:sp>
        <p:nvSpPr>
          <p:cNvPr id="3" name="Subtitle 2">
            <a:extLst>
              <a:ext uri="{FF2B5EF4-FFF2-40B4-BE49-F238E27FC236}">
                <a16:creationId xmlns:a16="http://schemas.microsoft.com/office/drawing/2014/main" id="{4CA97E72-360C-D62B-7EDE-C94E482E10F7}"/>
              </a:ext>
            </a:extLst>
          </p:cNvPr>
          <p:cNvSpPr>
            <a:spLocks noGrp="1"/>
          </p:cNvSpPr>
          <p:nvPr>
            <p:ph type="subTitle" idx="1"/>
          </p:nvPr>
        </p:nvSpPr>
        <p:spPr>
          <a:xfrm>
            <a:off x="5642044" y="4698614"/>
            <a:ext cx="5088650" cy="1198120"/>
          </a:xfrm>
        </p:spPr>
        <p:txBody>
          <a:bodyPr>
            <a:normAutofit/>
          </a:bodyPr>
          <a:lstStyle/>
          <a:p>
            <a:pPr algn="r"/>
            <a:r>
              <a:rPr lang="en-US" sz="2000" dirty="0">
                <a:solidFill>
                  <a:srgbClr val="FFFFFF"/>
                </a:solidFill>
              </a:rPr>
              <a:t>Submitted by - Surabhi Gupta</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910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4F8AB0-2E21-B462-29C8-9C17033DD42C}"/>
              </a:ext>
            </a:extLst>
          </p:cNvPr>
          <p:cNvSpPr>
            <a:spLocks noGrp="1"/>
          </p:cNvSpPr>
          <p:nvPr>
            <p:ph type="title"/>
          </p:nvPr>
        </p:nvSpPr>
        <p:spPr>
          <a:xfrm>
            <a:off x="686834" y="1153572"/>
            <a:ext cx="3200400" cy="4461163"/>
          </a:xfrm>
        </p:spPr>
        <p:txBody>
          <a:bodyPr>
            <a:normAutofit/>
          </a:bodyPr>
          <a:lstStyle/>
          <a:p>
            <a:r>
              <a:rPr lang="en-US">
                <a:solidFill>
                  <a:srgbClr val="FFFFFF"/>
                </a:solidFill>
              </a:rPr>
              <a:t>Problem Framing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5EB57BB-BADF-74CB-9387-D3C5C108D7FB}"/>
              </a:ext>
            </a:extLst>
          </p:cNvPr>
          <p:cNvSpPr>
            <a:spLocks noGrp="1"/>
          </p:cNvSpPr>
          <p:nvPr>
            <p:ph idx="1"/>
          </p:nvPr>
        </p:nvSpPr>
        <p:spPr>
          <a:xfrm>
            <a:off x="4447308" y="591344"/>
            <a:ext cx="6906491" cy="5585619"/>
          </a:xfrm>
        </p:spPr>
        <p:txBody>
          <a:bodyPr anchor="ctr">
            <a:normAutofit/>
          </a:bodyPr>
          <a:lstStyle/>
          <a:p>
            <a:r>
              <a:rPr lang="en-IN" sz="1800" dirty="0"/>
              <a:t>The objective of this project is to predict the likelihood of insurance claim denials before claims are submitted, allowing the review team to proactively identify high-risk claims. Since manual review capacity is limited to only the top 25% of claims, the problem is better framed as a risk-ranking task rather than maximizing overall classification accuracy.</a:t>
            </a:r>
          </a:p>
          <a:p>
            <a:r>
              <a:rPr lang="en-IN" sz="1800" dirty="0"/>
              <a:t>From a business perspective, </a:t>
            </a:r>
            <a:r>
              <a:rPr lang="en-IN" sz="1800" b="1" dirty="0"/>
              <a:t>false negatives</a:t>
            </a:r>
            <a:r>
              <a:rPr lang="en-IN" sz="1800" dirty="0"/>
              <a:t> (predicting a denied claim as low risk) are more costly than </a:t>
            </a:r>
            <a:r>
              <a:rPr lang="en-IN" sz="1800" b="1" dirty="0"/>
              <a:t>false positives</a:t>
            </a:r>
            <a:r>
              <a:rPr lang="en-IN" sz="1800" dirty="0"/>
              <a:t>. A false negative results in a denied claim that is not reviewed, leading to rework, delayed reimbursement, and additional operational costs. While false positives increase manual review effort, they are generally less expensive than missing genuinely high-risk claims.</a:t>
            </a:r>
          </a:p>
          <a:p>
            <a:r>
              <a:rPr lang="en-IN" sz="1800" dirty="0"/>
              <a:t>Therefore, model evaluation prioritized </a:t>
            </a:r>
            <a:r>
              <a:rPr lang="en-IN" sz="1800" b="1" dirty="0"/>
              <a:t>ROC-AUC</a:t>
            </a:r>
            <a:r>
              <a:rPr lang="en-IN" sz="1800" dirty="0"/>
              <a:t> and </a:t>
            </a:r>
            <a:r>
              <a:rPr lang="en-IN" sz="1800" b="1" dirty="0"/>
              <a:t>denial capture within the highest-risk 25% of claims</a:t>
            </a:r>
            <a:r>
              <a:rPr lang="en-IN" sz="1800" dirty="0"/>
              <a:t>, as these metrics align more closely with the operational workflow than accuracy alone.</a:t>
            </a:r>
          </a:p>
          <a:p>
            <a:pPr marL="0" indent="0">
              <a:buNone/>
            </a:pPr>
            <a:endParaRPr lang="en-US" sz="2000" dirty="0"/>
          </a:p>
        </p:txBody>
      </p:sp>
    </p:spTree>
    <p:extLst>
      <p:ext uri="{BB962C8B-B14F-4D97-AF65-F5344CB8AC3E}">
        <p14:creationId xmlns:p14="http://schemas.microsoft.com/office/powerpoint/2010/main" val="3441578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EA082F-B5DD-1386-24E3-B7BF8A6811F1}"/>
              </a:ext>
            </a:extLst>
          </p:cNvPr>
          <p:cNvSpPr>
            <a:spLocks noGrp="1"/>
          </p:cNvSpPr>
          <p:nvPr>
            <p:ph type="title"/>
          </p:nvPr>
        </p:nvSpPr>
        <p:spPr>
          <a:xfrm>
            <a:off x="686834" y="591344"/>
            <a:ext cx="3200400" cy="5585619"/>
          </a:xfrm>
        </p:spPr>
        <p:txBody>
          <a:bodyPr>
            <a:normAutofit/>
          </a:bodyPr>
          <a:lstStyle/>
          <a:p>
            <a:r>
              <a:rPr lang="en-IN">
                <a:solidFill>
                  <a:srgbClr val="FFFFFF"/>
                </a:solidFill>
              </a:rPr>
              <a:t>Key EDA Findings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011C118-9908-C23A-C297-EAC11CAA4E00}"/>
              </a:ext>
            </a:extLst>
          </p:cNvPr>
          <p:cNvSpPr>
            <a:spLocks noGrp="1"/>
          </p:cNvSpPr>
          <p:nvPr>
            <p:ph idx="1"/>
          </p:nvPr>
        </p:nvSpPr>
        <p:spPr>
          <a:xfrm>
            <a:off x="4447308" y="591344"/>
            <a:ext cx="6906491" cy="5585619"/>
          </a:xfrm>
        </p:spPr>
        <p:txBody>
          <a:bodyPr anchor="ctr">
            <a:normAutofit fontScale="92500" lnSpcReduction="10000"/>
          </a:bodyPr>
          <a:lstStyle/>
          <a:p>
            <a:pPr marL="0" indent="0">
              <a:buNone/>
            </a:pPr>
            <a:br>
              <a:rPr lang="en-IN" sz="1100" dirty="0"/>
            </a:br>
            <a:endParaRPr lang="en-IN" sz="1100" dirty="0"/>
          </a:p>
          <a:p>
            <a:pPr marL="0" indent="0">
              <a:buNone/>
            </a:pPr>
            <a:r>
              <a:rPr lang="en-IN" sz="1100" b="1" dirty="0"/>
              <a:t>1. </a:t>
            </a:r>
            <a:r>
              <a:rPr lang="en-IN" sz="1500" b="1" dirty="0"/>
              <a:t>Overall Denial Trend</a:t>
            </a:r>
            <a:endParaRPr lang="en-IN" sz="1500" dirty="0"/>
          </a:p>
          <a:p>
            <a:r>
              <a:rPr lang="en-IN" sz="1500" dirty="0"/>
              <a:t>Approximately </a:t>
            </a:r>
            <a:r>
              <a:rPr lang="en-IN" sz="1500" b="1" dirty="0"/>
              <a:t>22% of historical claims were denied</a:t>
            </a:r>
            <a:r>
              <a:rPr lang="en-IN" sz="1500" dirty="0"/>
              <a:t>, indicating a moderately imbalanced classification problem.</a:t>
            </a:r>
          </a:p>
          <a:p>
            <a:pPr marL="0" indent="0">
              <a:buNone/>
            </a:pPr>
            <a:endParaRPr lang="en-IN" sz="1500" b="1" dirty="0"/>
          </a:p>
          <a:p>
            <a:pPr marL="0" indent="0">
              <a:buNone/>
            </a:pPr>
            <a:r>
              <a:rPr lang="en-IN" sz="1500" b="1" dirty="0"/>
              <a:t>2. Payer Characteristics</a:t>
            </a:r>
            <a:endParaRPr lang="en-IN" sz="1500" dirty="0"/>
          </a:p>
          <a:p>
            <a:r>
              <a:rPr lang="en-IN" sz="1500" b="1" dirty="0"/>
              <a:t>Medicaid MCO (30.6%)</a:t>
            </a:r>
            <a:r>
              <a:rPr lang="en-IN" sz="1500" dirty="0"/>
              <a:t> and </a:t>
            </a:r>
            <a:r>
              <a:rPr lang="en-IN" sz="1500" b="1" dirty="0"/>
              <a:t>Medicare Advantage (25.5%)</a:t>
            </a:r>
            <a:r>
              <a:rPr lang="en-IN" sz="1500" dirty="0"/>
              <a:t> exhibit the highest denial rates among payer types.</a:t>
            </a:r>
          </a:p>
          <a:p>
            <a:r>
              <a:rPr lang="en-IN" sz="1500" dirty="0"/>
              <a:t>Denial rates also vary considerably across individual payer IDs (11%–37%).</a:t>
            </a:r>
          </a:p>
          <a:p>
            <a:pPr marL="0" indent="0">
              <a:buNone/>
            </a:pPr>
            <a:endParaRPr lang="en-IN" sz="1500" dirty="0"/>
          </a:p>
          <a:p>
            <a:pPr marL="0" indent="0">
              <a:buNone/>
            </a:pPr>
            <a:r>
              <a:rPr lang="en-IN" sz="1500" b="1" dirty="0"/>
              <a:t>3. Visit Type</a:t>
            </a:r>
            <a:endParaRPr lang="en-IN" sz="1500" dirty="0"/>
          </a:p>
          <a:p>
            <a:r>
              <a:rPr lang="en-IN" sz="1500" b="1" dirty="0"/>
              <a:t>Inpatient claims (30.6%)</a:t>
            </a:r>
            <a:r>
              <a:rPr lang="en-IN" sz="1500" dirty="0"/>
              <a:t> have a substantially higher denial rate compared with Emergency, Observation and Outpatient visits (~18–20%).</a:t>
            </a:r>
            <a:br>
              <a:rPr lang="en-IN" sz="1500" dirty="0"/>
            </a:br>
            <a:endParaRPr lang="en-IN" sz="1500" dirty="0"/>
          </a:p>
          <a:p>
            <a:pPr marL="0" indent="0">
              <a:buNone/>
            </a:pPr>
            <a:r>
              <a:rPr lang="en-IN" sz="1500" b="1" dirty="0"/>
              <a:t>4. Operational Process Factors</a:t>
            </a:r>
            <a:endParaRPr lang="en-IN" sz="1500" dirty="0"/>
          </a:p>
          <a:p>
            <a:r>
              <a:rPr lang="en-IN" sz="1500" dirty="0"/>
              <a:t>Claims with </a:t>
            </a:r>
            <a:r>
              <a:rPr lang="en-IN" sz="1500" b="1" dirty="0"/>
              <a:t>missing documentation</a:t>
            </a:r>
            <a:r>
              <a:rPr lang="en-IN" sz="1500" dirty="0"/>
              <a:t> have more than twice the denial rate (38.6%) compared with complete documentation (17.6%).</a:t>
            </a:r>
          </a:p>
          <a:p>
            <a:r>
              <a:rPr lang="en-IN" sz="1500" dirty="0"/>
              <a:t>Claims where </a:t>
            </a:r>
            <a:r>
              <a:rPr lang="en-IN" sz="1500" b="1" dirty="0"/>
              <a:t>eligibility is not verified</a:t>
            </a:r>
            <a:r>
              <a:rPr lang="en-IN" sz="1500" dirty="0"/>
              <a:t> show a denial rate of </a:t>
            </a:r>
            <a:r>
              <a:rPr lang="en-IN" sz="1500" b="1" dirty="0"/>
              <a:t>36.0%</a:t>
            </a:r>
            <a:r>
              <a:rPr lang="en-IN" sz="1500" dirty="0"/>
              <a:t>, compared with </a:t>
            </a:r>
            <a:r>
              <a:rPr lang="en-IN" sz="1500" b="1" dirty="0"/>
              <a:t>19.4%</a:t>
            </a:r>
            <a:r>
              <a:rPr lang="en-IN" sz="1500" dirty="0"/>
              <a:t> when eligibility is verified.</a:t>
            </a:r>
          </a:p>
          <a:p>
            <a:r>
              <a:rPr lang="en-IN" sz="1500" dirty="0"/>
              <a:t>Claims requiring </a:t>
            </a:r>
            <a:r>
              <a:rPr lang="en-IN" sz="1500" b="1" dirty="0"/>
              <a:t>prior authorization</a:t>
            </a:r>
            <a:r>
              <a:rPr lang="en-IN" sz="1500" dirty="0"/>
              <a:t> have higher denial rates (26.8%) than those that do not (18.4%).</a:t>
            </a:r>
            <a:br>
              <a:rPr lang="en-IN" sz="1500" dirty="0"/>
            </a:br>
            <a:endParaRPr lang="en-IN" sz="1500" dirty="0"/>
          </a:p>
          <a:p>
            <a:endParaRPr lang="en-US" sz="1100" dirty="0"/>
          </a:p>
        </p:txBody>
      </p:sp>
    </p:spTree>
    <p:extLst>
      <p:ext uri="{BB962C8B-B14F-4D97-AF65-F5344CB8AC3E}">
        <p14:creationId xmlns:p14="http://schemas.microsoft.com/office/powerpoint/2010/main" val="3391921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F5CDCD-7A8B-E2DF-2389-986E9F821A13}"/>
              </a:ext>
            </a:extLst>
          </p:cNvPr>
          <p:cNvSpPr>
            <a:spLocks noGrp="1"/>
          </p:cNvSpPr>
          <p:nvPr>
            <p:ph type="title"/>
          </p:nvPr>
        </p:nvSpPr>
        <p:spPr>
          <a:xfrm>
            <a:off x="686834" y="591344"/>
            <a:ext cx="3200400" cy="5585619"/>
          </a:xfrm>
        </p:spPr>
        <p:txBody>
          <a:bodyPr>
            <a:normAutofit/>
          </a:bodyPr>
          <a:lstStyle/>
          <a:p>
            <a:r>
              <a:rPr lang="en-US" dirty="0">
                <a:solidFill>
                  <a:srgbClr val="FFFFFF"/>
                </a:solidFill>
              </a:rPr>
              <a:t>Key EDA Findings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A8C23F0-EB0A-4BAA-83E5-1507D4B3B8CD}"/>
              </a:ext>
            </a:extLst>
          </p:cNvPr>
          <p:cNvSpPr>
            <a:spLocks noGrp="1"/>
          </p:cNvSpPr>
          <p:nvPr>
            <p:ph idx="1"/>
          </p:nvPr>
        </p:nvSpPr>
        <p:spPr>
          <a:xfrm>
            <a:off x="4447308" y="591344"/>
            <a:ext cx="6906491" cy="5585619"/>
          </a:xfrm>
        </p:spPr>
        <p:txBody>
          <a:bodyPr anchor="ctr">
            <a:normAutofit/>
          </a:bodyPr>
          <a:lstStyle/>
          <a:p>
            <a:pPr marL="0" indent="0">
              <a:buNone/>
            </a:pPr>
            <a:r>
              <a:rPr lang="en-IN" sz="1400" b="1" dirty="0"/>
              <a:t>5. Strongest Predictive Signals</a:t>
            </a:r>
            <a:endParaRPr lang="en-IN" sz="1400" dirty="0"/>
          </a:p>
          <a:p>
            <a:r>
              <a:rPr lang="en-IN" sz="1400" b="1" dirty="0"/>
              <a:t>Missing prior authorization when authorization is required</a:t>
            </a:r>
            <a:r>
              <a:rPr lang="en-IN" sz="1400" dirty="0"/>
              <a:t> (46.5% denial rate)</a:t>
            </a:r>
          </a:p>
          <a:p>
            <a:r>
              <a:rPr lang="en-IN" sz="1400" b="1" dirty="0"/>
              <a:t>Missing referral when required</a:t>
            </a:r>
            <a:r>
              <a:rPr lang="en-IN" sz="1400" dirty="0"/>
              <a:t>(33.0%)</a:t>
            </a:r>
            <a:br>
              <a:rPr lang="en-IN" sz="1400" dirty="0"/>
            </a:br>
            <a:endParaRPr lang="en-IN" sz="1400" dirty="0"/>
          </a:p>
          <a:p>
            <a:pPr marL="0" indent="0">
              <a:buNone/>
            </a:pPr>
            <a:r>
              <a:rPr lang="en-IN" sz="1400" b="1" dirty="0"/>
              <a:t>6. Financial and Numerical Features</a:t>
            </a:r>
            <a:endParaRPr lang="en-IN" sz="1400" dirty="0"/>
          </a:p>
          <a:p>
            <a:r>
              <a:rPr lang="en-IN" sz="1400" b="1" dirty="0"/>
              <a:t>Days to submit</a:t>
            </a:r>
            <a:r>
              <a:rPr lang="en-IN" sz="1400" dirty="0"/>
              <a:t> shows a clear relationship with claim denial, with denied claims being submitted later on average (median: 19 days vs. 16 days for approved claims).</a:t>
            </a:r>
            <a:br>
              <a:rPr lang="en-IN" dirty="0"/>
            </a:br>
            <a:endParaRPr lang="en-IN" dirty="0"/>
          </a:p>
          <a:p>
            <a:pPr marL="0" indent="0">
              <a:buNone/>
            </a:pPr>
            <a:endParaRPr lang="en-US" dirty="0"/>
          </a:p>
        </p:txBody>
      </p:sp>
    </p:spTree>
    <p:extLst>
      <p:ext uri="{BB962C8B-B14F-4D97-AF65-F5344CB8AC3E}">
        <p14:creationId xmlns:p14="http://schemas.microsoft.com/office/powerpoint/2010/main" val="163420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A7A9BC-96D6-5EF4-3C86-85359334136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C673A5-44A9-3FB7-004C-A084DA3AD656}"/>
              </a:ext>
            </a:extLst>
          </p:cNvPr>
          <p:cNvSpPr>
            <a:spLocks noGrp="1"/>
          </p:cNvSpPr>
          <p:nvPr>
            <p:ph type="title"/>
          </p:nvPr>
        </p:nvSpPr>
        <p:spPr>
          <a:xfrm>
            <a:off x="686834" y="1153572"/>
            <a:ext cx="3200400" cy="4461163"/>
          </a:xfrm>
        </p:spPr>
        <p:txBody>
          <a:bodyPr>
            <a:normAutofit/>
          </a:bodyPr>
          <a:lstStyle/>
          <a:p>
            <a:r>
              <a:rPr lang="en-US">
                <a:solidFill>
                  <a:srgbClr val="FFFFFF"/>
                </a:solidFill>
              </a:rPr>
              <a:t>Feature Engineering &amp; Model Evaluation</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5C05E3B-D608-43A9-503C-95381A6E2610}"/>
              </a:ext>
            </a:extLst>
          </p:cNvPr>
          <p:cNvSpPr>
            <a:spLocks noGrp="1"/>
          </p:cNvSpPr>
          <p:nvPr>
            <p:ph idx="1"/>
          </p:nvPr>
        </p:nvSpPr>
        <p:spPr>
          <a:xfrm>
            <a:off x="4445022" y="209320"/>
            <a:ext cx="6906491" cy="6329592"/>
          </a:xfrm>
        </p:spPr>
        <p:txBody>
          <a:bodyPr anchor="ctr">
            <a:normAutofit/>
          </a:bodyPr>
          <a:lstStyle/>
          <a:p>
            <a:r>
              <a:rPr lang="en-IN" sz="1500" dirty="0"/>
              <a:t>Several business-driven features were engineered, including payment ratio, payment gap, authorization missing flag, referral missing flag, late submission flag, and service month.</a:t>
            </a:r>
          </a:p>
          <a:p>
            <a:r>
              <a:rPr lang="en-IN" sz="1500" dirty="0"/>
              <a:t>Three machine learning models were evaluated on validation set with 0.5 threshold:</a:t>
            </a:r>
          </a:p>
          <a:p>
            <a:pPr lvl="1">
              <a:buFont typeface="Courier New" panose="02070309020205020404" pitchFamily="49" charset="0"/>
              <a:buChar char="o"/>
            </a:pPr>
            <a:r>
              <a:rPr lang="en-IN" sz="1100" dirty="0"/>
              <a:t>Logistic Regression </a:t>
            </a:r>
          </a:p>
          <a:p>
            <a:pPr lvl="1">
              <a:buFont typeface="Courier New" panose="02070309020205020404" pitchFamily="49" charset="0"/>
              <a:buChar char="o"/>
            </a:pPr>
            <a:r>
              <a:rPr lang="en-IN" sz="1100" dirty="0"/>
              <a:t>Random Forest </a:t>
            </a:r>
          </a:p>
          <a:p>
            <a:pPr lvl="1">
              <a:buFont typeface="Courier New" panose="02070309020205020404" pitchFamily="49" charset="0"/>
              <a:buChar char="o"/>
            </a:pPr>
            <a:r>
              <a:rPr lang="en-IN" sz="1100" dirty="0" err="1"/>
              <a:t>XGBoost</a:t>
            </a:r>
            <a:r>
              <a:rPr lang="en-IN" sz="1100" dirty="0"/>
              <a:t> </a:t>
            </a:r>
          </a:p>
          <a:p>
            <a:pPr marL="0" indent="0">
              <a:buNone/>
            </a:pPr>
            <a:endParaRPr lang="en-IN" sz="1500" dirty="0"/>
          </a:p>
          <a:p>
            <a:pPr marL="0" indent="0">
              <a:buNone/>
            </a:pPr>
            <a:endParaRPr lang="en-IN" sz="1500" dirty="0"/>
          </a:p>
          <a:p>
            <a:pPr marL="0" indent="0">
              <a:buNone/>
            </a:pPr>
            <a:endParaRPr lang="en-IN" sz="1500" dirty="0"/>
          </a:p>
          <a:p>
            <a:pPr marL="0" indent="0">
              <a:buNone/>
            </a:pPr>
            <a:endParaRPr lang="en-IN" sz="1500" dirty="0"/>
          </a:p>
          <a:p>
            <a:r>
              <a:rPr lang="en-IN" sz="1500" dirty="0"/>
              <a:t>Logistic Regression achieved the best validation ROC-AUC while remaining highly interpretable and was therefore selected as the final model.</a:t>
            </a:r>
          </a:p>
          <a:p>
            <a:r>
              <a:rPr lang="en-IN" sz="1500" dirty="0"/>
              <a:t>Rather than optimizing a fixed probability threshold, the business process limits manual review to approximately 25% of daily claims. Reviewing only the top 25% highest-risk claims captures approximately </a:t>
            </a:r>
            <a:r>
              <a:rPr lang="en-IN" sz="1500" b="1" dirty="0"/>
              <a:t>48.5% of all denied claims</a:t>
            </a:r>
            <a:r>
              <a:rPr lang="en-IN" sz="1500" dirty="0"/>
              <a:t> in the validation dataset.</a:t>
            </a:r>
          </a:p>
          <a:p>
            <a:r>
              <a:rPr lang="en-IN" sz="1500" dirty="0"/>
              <a:t>Therefore, after scoring all incoming claims, they are ranked by predicted denial probability and the probability corresponding to the 75th percentile of the current batch is used as the operational threshold.</a:t>
            </a:r>
            <a:endParaRPr lang="en-US" sz="1500" dirty="0"/>
          </a:p>
        </p:txBody>
      </p:sp>
      <p:graphicFrame>
        <p:nvGraphicFramePr>
          <p:cNvPr id="4" name="Table 3">
            <a:extLst>
              <a:ext uri="{FF2B5EF4-FFF2-40B4-BE49-F238E27FC236}">
                <a16:creationId xmlns:a16="http://schemas.microsoft.com/office/drawing/2014/main" id="{E65D4268-335E-FB7C-ADB6-D153263BF3EE}"/>
              </a:ext>
            </a:extLst>
          </p:cNvPr>
          <p:cNvGraphicFramePr>
            <a:graphicFrameLocks noGrp="1"/>
          </p:cNvGraphicFramePr>
          <p:nvPr>
            <p:extLst>
              <p:ext uri="{D42A27DB-BD31-4B8C-83A1-F6EECF244321}">
                <p14:modId xmlns:p14="http://schemas.microsoft.com/office/powerpoint/2010/main" val="4096493891"/>
              </p:ext>
            </p:extLst>
          </p:nvPr>
        </p:nvGraphicFramePr>
        <p:xfrm>
          <a:off x="4571020" y="2616305"/>
          <a:ext cx="6709914" cy="1143000"/>
        </p:xfrm>
        <a:graphic>
          <a:graphicData uri="http://schemas.openxmlformats.org/drawingml/2006/table">
            <a:tbl>
              <a:tblPr firstRow="1" bandRow="1">
                <a:tableStyleId>{72833802-FEF1-4C79-8D5D-14CF1EAF98D9}</a:tableStyleId>
              </a:tblPr>
              <a:tblGrid>
                <a:gridCol w="1118319">
                  <a:extLst>
                    <a:ext uri="{9D8B030D-6E8A-4147-A177-3AD203B41FA5}">
                      <a16:colId xmlns:a16="http://schemas.microsoft.com/office/drawing/2014/main" val="2458910014"/>
                    </a:ext>
                  </a:extLst>
                </a:gridCol>
                <a:gridCol w="1118319">
                  <a:extLst>
                    <a:ext uri="{9D8B030D-6E8A-4147-A177-3AD203B41FA5}">
                      <a16:colId xmlns:a16="http://schemas.microsoft.com/office/drawing/2014/main" val="680487707"/>
                    </a:ext>
                  </a:extLst>
                </a:gridCol>
                <a:gridCol w="1118319">
                  <a:extLst>
                    <a:ext uri="{9D8B030D-6E8A-4147-A177-3AD203B41FA5}">
                      <a16:colId xmlns:a16="http://schemas.microsoft.com/office/drawing/2014/main" val="1917625649"/>
                    </a:ext>
                  </a:extLst>
                </a:gridCol>
                <a:gridCol w="1118319">
                  <a:extLst>
                    <a:ext uri="{9D8B030D-6E8A-4147-A177-3AD203B41FA5}">
                      <a16:colId xmlns:a16="http://schemas.microsoft.com/office/drawing/2014/main" val="2091209492"/>
                    </a:ext>
                  </a:extLst>
                </a:gridCol>
                <a:gridCol w="1118319">
                  <a:extLst>
                    <a:ext uri="{9D8B030D-6E8A-4147-A177-3AD203B41FA5}">
                      <a16:colId xmlns:a16="http://schemas.microsoft.com/office/drawing/2014/main" val="269807064"/>
                    </a:ext>
                  </a:extLst>
                </a:gridCol>
                <a:gridCol w="1118319">
                  <a:extLst>
                    <a:ext uri="{9D8B030D-6E8A-4147-A177-3AD203B41FA5}">
                      <a16:colId xmlns:a16="http://schemas.microsoft.com/office/drawing/2014/main" val="188181541"/>
                    </a:ext>
                  </a:extLst>
                </a:gridCol>
              </a:tblGrid>
              <a:tr h="233216">
                <a:tc>
                  <a:txBody>
                    <a:bodyPr/>
                    <a:lstStyle/>
                    <a:p>
                      <a:pPr algn="r" fontAlgn="ctr">
                        <a:buNone/>
                      </a:pPr>
                      <a:r>
                        <a:rPr lang="en-IN" sz="1100" b="1" dirty="0">
                          <a:solidFill>
                            <a:schemeClr val="bg1"/>
                          </a:solidFill>
                          <a:effectLst/>
                        </a:rPr>
                        <a:t>Model</a:t>
                      </a:r>
                      <a:endParaRPr lang="en-IN" sz="1100" b="1" i="0" dirty="0">
                        <a:solidFill>
                          <a:schemeClr val="bg1"/>
                        </a:solidFill>
                        <a:effectLst/>
                        <a:latin typeface="-apple-system"/>
                      </a:endParaRPr>
                    </a:p>
                  </a:txBody>
                  <a:tcPr marL="76200" marR="76200" marT="38100" marB="38100" anchor="ctr"/>
                </a:tc>
                <a:tc>
                  <a:txBody>
                    <a:bodyPr/>
                    <a:lstStyle/>
                    <a:p>
                      <a:pPr algn="r" fontAlgn="ctr">
                        <a:buNone/>
                      </a:pPr>
                      <a:r>
                        <a:rPr lang="en-IN" sz="1100" b="1" dirty="0">
                          <a:solidFill>
                            <a:schemeClr val="bg1"/>
                          </a:solidFill>
                          <a:effectLst/>
                        </a:rPr>
                        <a:t>Accuracy</a:t>
                      </a:r>
                      <a:endParaRPr lang="en-IN" sz="1100" b="1" i="0" dirty="0">
                        <a:solidFill>
                          <a:schemeClr val="bg1"/>
                        </a:solidFill>
                        <a:effectLst/>
                        <a:latin typeface="-apple-system"/>
                      </a:endParaRPr>
                    </a:p>
                  </a:txBody>
                  <a:tcPr marL="76200" marR="76200" marT="38100" marB="38100" anchor="ctr"/>
                </a:tc>
                <a:tc>
                  <a:txBody>
                    <a:bodyPr/>
                    <a:lstStyle/>
                    <a:p>
                      <a:pPr algn="r" fontAlgn="ctr">
                        <a:buNone/>
                      </a:pPr>
                      <a:r>
                        <a:rPr lang="en-IN" sz="1100" b="1" dirty="0">
                          <a:solidFill>
                            <a:schemeClr val="bg1"/>
                          </a:solidFill>
                          <a:effectLst/>
                        </a:rPr>
                        <a:t>Precision</a:t>
                      </a:r>
                      <a:endParaRPr lang="en-IN" sz="1100" b="1" i="0" dirty="0">
                        <a:solidFill>
                          <a:schemeClr val="bg1"/>
                        </a:solidFill>
                        <a:effectLst/>
                        <a:latin typeface="-apple-system"/>
                      </a:endParaRPr>
                    </a:p>
                  </a:txBody>
                  <a:tcPr marL="76200" marR="76200" marT="38100" marB="38100" anchor="ctr"/>
                </a:tc>
                <a:tc>
                  <a:txBody>
                    <a:bodyPr/>
                    <a:lstStyle/>
                    <a:p>
                      <a:pPr algn="r" fontAlgn="ctr">
                        <a:buNone/>
                      </a:pPr>
                      <a:r>
                        <a:rPr lang="en-IN" sz="1100" b="1" dirty="0">
                          <a:solidFill>
                            <a:schemeClr val="bg1"/>
                          </a:solidFill>
                          <a:effectLst/>
                        </a:rPr>
                        <a:t>Recall</a:t>
                      </a:r>
                      <a:endParaRPr lang="en-IN" sz="1100" b="1" i="0" dirty="0">
                        <a:solidFill>
                          <a:schemeClr val="bg1"/>
                        </a:solidFill>
                        <a:effectLst/>
                        <a:latin typeface="-apple-system"/>
                      </a:endParaRPr>
                    </a:p>
                  </a:txBody>
                  <a:tcPr marL="76200" marR="76200" marT="38100" marB="38100" anchor="ctr"/>
                </a:tc>
                <a:tc>
                  <a:txBody>
                    <a:bodyPr/>
                    <a:lstStyle/>
                    <a:p>
                      <a:pPr algn="r" fontAlgn="ctr">
                        <a:buNone/>
                      </a:pPr>
                      <a:r>
                        <a:rPr lang="en-IN" sz="1100" b="1">
                          <a:solidFill>
                            <a:schemeClr val="bg1"/>
                          </a:solidFill>
                          <a:effectLst/>
                        </a:rPr>
                        <a:t>F1 Score</a:t>
                      </a:r>
                      <a:endParaRPr lang="en-IN" sz="1100" b="1" i="0">
                        <a:solidFill>
                          <a:schemeClr val="bg1"/>
                        </a:solidFill>
                        <a:effectLst/>
                        <a:latin typeface="-apple-system"/>
                      </a:endParaRPr>
                    </a:p>
                  </a:txBody>
                  <a:tcPr marL="76200" marR="76200" marT="38100" marB="38100" anchor="ctr"/>
                </a:tc>
                <a:tc>
                  <a:txBody>
                    <a:bodyPr/>
                    <a:lstStyle/>
                    <a:p>
                      <a:pPr algn="r" fontAlgn="ctr">
                        <a:buNone/>
                      </a:pPr>
                      <a:r>
                        <a:rPr lang="en-IN" sz="1100" b="1" dirty="0">
                          <a:solidFill>
                            <a:schemeClr val="bg1"/>
                          </a:solidFill>
                          <a:effectLst/>
                        </a:rPr>
                        <a:t>ROC AUC</a:t>
                      </a:r>
                      <a:endParaRPr lang="en-IN" sz="1100" b="1" i="0" dirty="0">
                        <a:solidFill>
                          <a:schemeClr val="bg1"/>
                        </a:solidFill>
                        <a:effectLst/>
                        <a:latin typeface="-apple-system"/>
                      </a:endParaRPr>
                    </a:p>
                  </a:txBody>
                  <a:tcPr marL="76200" marR="76200" marT="38100" marB="38100" anchor="ctr"/>
                </a:tc>
                <a:extLst>
                  <a:ext uri="{0D108BD9-81ED-4DB2-BD59-A6C34878D82A}">
                    <a16:rowId xmlns:a16="http://schemas.microsoft.com/office/drawing/2014/main" val="2695017827"/>
                  </a:ext>
                </a:extLst>
              </a:tr>
              <a:tr h="233216">
                <a:tc>
                  <a:txBody>
                    <a:bodyPr/>
                    <a:lstStyle/>
                    <a:p>
                      <a:pPr algn="r" fontAlgn="ctr">
                        <a:buNone/>
                      </a:pPr>
                      <a:r>
                        <a:rPr lang="en-IN" sz="1100" b="1">
                          <a:solidFill>
                            <a:srgbClr val="202020"/>
                          </a:solidFill>
                          <a:effectLst/>
                        </a:rPr>
                        <a:t>Logistic Regression</a:t>
                      </a:r>
                      <a:endParaRPr lang="en-IN" sz="1100" b="1" i="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0.839</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0.750</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0.233</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0.356</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0.713</a:t>
                      </a:r>
                      <a:endParaRPr lang="en-IN" sz="1100" b="1" i="0" dirty="0">
                        <a:solidFill>
                          <a:srgbClr val="202020"/>
                        </a:solidFill>
                        <a:effectLst/>
                        <a:latin typeface="-apple-system"/>
                      </a:endParaRPr>
                    </a:p>
                  </a:txBody>
                  <a:tcPr marL="76200" marR="76200" marT="38100" marB="38100" anchor="ctr"/>
                </a:tc>
                <a:extLst>
                  <a:ext uri="{0D108BD9-81ED-4DB2-BD59-A6C34878D82A}">
                    <a16:rowId xmlns:a16="http://schemas.microsoft.com/office/drawing/2014/main" val="3976288150"/>
                  </a:ext>
                </a:extLst>
              </a:tr>
              <a:tr h="233216">
                <a:tc>
                  <a:txBody>
                    <a:bodyPr/>
                    <a:lstStyle/>
                    <a:p>
                      <a:pPr algn="r" fontAlgn="ctr">
                        <a:buNone/>
                      </a:pPr>
                      <a:r>
                        <a:rPr lang="en-IN" sz="1100" b="1">
                          <a:solidFill>
                            <a:srgbClr val="202020"/>
                          </a:solidFill>
                          <a:effectLst/>
                        </a:rPr>
                        <a:t>Random Forest</a:t>
                      </a:r>
                      <a:endParaRPr lang="en-IN" sz="1100" b="1" i="0">
                        <a:solidFill>
                          <a:srgbClr val="202020"/>
                        </a:solidFill>
                        <a:effectLst/>
                        <a:latin typeface="-apple-system"/>
                      </a:endParaRPr>
                    </a:p>
                  </a:txBody>
                  <a:tcPr marL="76200" marR="76200" marT="38100" marB="38100" anchor="ctr"/>
                </a:tc>
                <a:tc>
                  <a:txBody>
                    <a:bodyPr/>
                    <a:lstStyle/>
                    <a:p>
                      <a:pPr algn="r" fontAlgn="ctr">
                        <a:buNone/>
                      </a:pPr>
                      <a:r>
                        <a:rPr lang="en-IN" sz="1100" b="1">
                          <a:solidFill>
                            <a:srgbClr val="202020"/>
                          </a:solidFill>
                          <a:effectLst/>
                        </a:rPr>
                        <a:t>0.814</a:t>
                      </a:r>
                      <a:endParaRPr lang="en-IN" sz="1100" b="1" i="0">
                        <a:solidFill>
                          <a:srgbClr val="202020"/>
                        </a:solidFill>
                        <a:effectLst/>
                        <a:latin typeface="-apple-system"/>
                      </a:endParaRPr>
                    </a:p>
                  </a:txBody>
                  <a:tcPr marL="76200" marR="76200" marT="38100" marB="38100" anchor="ctr"/>
                </a:tc>
                <a:tc>
                  <a:txBody>
                    <a:bodyPr/>
                    <a:lstStyle/>
                    <a:p>
                      <a:pPr algn="r" fontAlgn="ctr">
                        <a:buNone/>
                      </a:pPr>
                      <a:r>
                        <a:rPr lang="en-IN" sz="1100" b="1">
                          <a:solidFill>
                            <a:srgbClr val="202020"/>
                          </a:solidFill>
                          <a:effectLst/>
                        </a:rPr>
                        <a:t>0.533</a:t>
                      </a:r>
                      <a:endParaRPr lang="en-IN" sz="1100" b="1" i="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0.233</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0.324</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a:solidFill>
                            <a:srgbClr val="202020"/>
                          </a:solidFill>
                          <a:effectLst/>
                        </a:rPr>
                        <a:t>0.679</a:t>
                      </a:r>
                      <a:endParaRPr lang="en-IN" sz="1100" b="1" i="0">
                        <a:solidFill>
                          <a:srgbClr val="202020"/>
                        </a:solidFill>
                        <a:effectLst/>
                        <a:latin typeface="-apple-system"/>
                      </a:endParaRPr>
                    </a:p>
                  </a:txBody>
                  <a:tcPr marL="76200" marR="76200" marT="38100" marB="38100" anchor="ctr"/>
                </a:tc>
                <a:extLst>
                  <a:ext uri="{0D108BD9-81ED-4DB2-BD59-A6C34878D82A}">
                    <a16:rowId xmlns:a16="http://schemas.microsoft.com/office/drawing/2014/main" val="1384889972"/>
                  </a:ext>
                </a:extLst>
              </a:tr>
              <a:tr h="233216">
                <a:tc>
                  <a:txBody>
                    <a:bodyPr/>
                    <a:lstStyle/>
                    <a:p>
                      <a:pPr algn="r" fontAlgn="ctr">
                        <a:buNone/>
                      </a:pPr>
                      <a:r>
                        <a:rPr lang="en-IN" sz="1100" b="1" dirty="0" err="1">
                          <a:solidFill>
                            <a:srgbClr val="202020"/>
                          </a:solidFill>
                          <a:effectLst/>
                        </a:rPr>
                        <a:t>Xgboost</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0.813</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0.528</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0.184</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0.273</a:t>
                      </a:r>
                      <a:endParaRPr lang="en-IN" sz="1100" b="1" i="0" dirty="0">
                        <a:solidFill>
                          <a:srgbClr val="202020"/>
                        </a:solidFill>
                        <a:effectLst/>
                        <a:latin typeface="-apple-system"/>
                      </a:endParaRPr>
                    </a:p>
                  </a:txBody>
                  <a:tcPr marL="76200" marR="76200" marT="38100" marB="38100" anchor="ctr"/>
                </a:tc>
                <a:tc>
                  <a:txBody>
                    <a:bodyPr/>
                    <a:lstStyle/>
                    <a:p>
                      <a:pPr algn="r" fontAlgn="ctr">
                        <a:buNone/>
                      </a:pPr>
                      <a:r>
                        <a:rPr lang="en-IN" sz="1100" b="1" dirty="0">
                          <a:solidFill>
                            <a:srgbClr val="202020"/>
                          </a:solidFill>
                          <a:effectLst/>
                        </a:rPr>
                        <a:t>0.678</a:t>
                      </a:r>
                      <a:endParaRPr lang="en-IN" sz="1100" b="1" i="0" dirty="0">
                        <a:solidFill>
                          <a:srgbClr val="202020"/>
                        </a:solidFill>
                        <a:effectLst/>
                        <a:latin typeface="-apple-system"/>
                      </a:endParaRPr>
                    </a:p>
                  </a:txBody>
                  <a:tcPr marL="76200" marR="76200" marT="38100" marB="38100" anchor="ctr"/>
                </a:tc>
                <a:extLst>
                  <a:ext uri="{0D108BD9-81ED-4DB2-BD59-A6C34878D82A}">
                    <a16:rowId xmlns:a16="http://schemas.microsoft.com/office/drawing/2014/main" val="2538881694"/>
                  </a:ext>
                </a:extLst>
              </a:tr>
            </a:tbl>
          </a:graphicData>
        </a:graphic>
      </p:graphicFrame>
    </p:spTree>
    <p:extLst>
      <p:ext uri="{BB962C8B-B14F-4D97-AF65-F5344CB8AC3E}">
        <p14:creationId xmlns:p14="http://schemas.microsoft.com/office/powerpoint/2010/main" val="3419481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245C7B-4E4D-CF8F-BAD3-8FE57D7A7573}"/>
              </a:ext>
            </a:extLst>
          </p:cNvPr>
          <p:cNvSpPr>
            <a:spLocks noGrp="1"/>
          </p:cNvSpPr>
          <p:nvPr>
            <p:ph type="title"/>
          </p:nvPr>
        </p:nvSpPr>
        <p:spPr>
          <a:xfrm>
            <a:off x="635000" y="640823"/>
            <a:ext cx="3418659" cy="5583148"/>
          </a:xfrm>
        </p:spPr>
        <p:txBody>
          <a:bodyPr anchor="ctr">
            <a:normAutofit/>
          </a:bodyPr>
          <a:lstStyle/>
          <a:p>
            <a:r>
              <a:rPr lang="en-US" sz="5400"/>
              <a:t>Test Set Evaluation Metrics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79316AA-7D05-D547-C468-891C19AC643D}"/>
              </a:ext>
            </a:extLst>
          </p:cNvPr>
          <p:cNvGraphicFramePr>
            <a:graphicFrameLocks noGrp="1"/>
          </p:cNvGraphicFramePr>
          <p:nvPr>
            <p:ph idx="1"/>
            <p:extLst>
              <p:ext uri="{D42A27DB-BD31-4B8C-83A1-F6EECF244321}">
                <p14:modId xmlns:p14="http://schemas.microsoft.com/office/powerpoint/2010/main" val="141872757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7624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292EA7-B5D9-DD7C-117A-F9796C0DF46F}"/>
              </a:ext>
            </a:extLst>
          </p:cNvPr>
          <p:cNvSpPr>
            <a:spLocks noGrp="1"/>
          </p:cNvSpPr>
          <p:nvPr>
            <p:ph type="title"/>
          </p:nvPr>
        </p:nvSpPr>
        <p:spPr>
          <a:xfrm>
            <a:off x="841248" y="548640"/>
            <a:ext cx="3600860" cy="5431536"/>
          </a:xfrm>
        </p:spPr>
        <p:txBody>
          <a:bodyPr>
            <a:normAutofit/>
          </a:bodyPr>
          <a:lstStyle/>
          <a:p>
            <a:r>
              <a:rPr lang="en-US" sz="5400" dirty="0"/>
              <a:t>LLM Prompt used</a:t>
            </a:r>
          </a:p>
        </p:txBody>
      </p:sp>
      <p:sp>
        <p:nvSpPr>
          <p:cNvPr id="1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E20497-ED73-C567-DD45-FA7B7ED940EE}"/>
              </a:ext>
            </a:extLst>
          </p:cNvPr>
          <p:cNvSpPr>
            <a:spLocks noGrp="1"/>
          </p:cNvSpPr>
          <p:nvPr>
            <p:ph idx="1"/>
          </p:nvPr>
        </p:nvSpPr>
        <p:spPr>
          <a:xfrm>
            <a:off x="5045506" y="176270"/>
            <a:ext cx="6305247" cy="6681729"/>
          </a:xfrm>
        </p:spPr>
        <p:txBody>
          <a:bodyPr anchor="ctr">
            <a:normAutofit fontScale="32500" lnSpcReduction="20000"/>
          </a:bodyPr>
          <a:lstStyle/>
          <a:p>
            <a:pPr marL="0" indent="0">
              <a:buNone/>
            </a:pPr>
            <a:endParaRPr lang="en-IN" sz="1400" dirty="0"/>
          </a:p>
          <a:p>
            <a:pPr marL="0" indent="0">
              <a:buNone/>
            </a:pPr>
            <a:r>
              <a:rPr lang="en-IN" sz="4000" dirty="0"/>
              <a:t>You are an experienced healthcare claims analyst.</a:t>
            </a:r>
          </a:p>
          <a:p>
            <a:pPr marL="0" indent="0">
              <a:buNone/>
            </a:pPr>
            <a:r>
              <a:rPr lang="en-IN" sz="4000" dirty="0"/>
              <a:t>A machine learning model has predicted the denial risk for the following insurance claim. Your responsibility is to explain the prediction using ONLY the information provided below.</a:t>
            </a:r>
          </a:p>
          <a:p>
            <a:pPr marL="0" indent="0">
              <a:buNone/>
            </a:pPr>
            <a:r>
              <a:rPr lang="en-IN" sz="4000" dirty="0"/>
              <a:t>==========================================================</a:t>
            </a:r>
          </a:p>
          <a:p>
            <a:pPr marL="0" indent="0">
              <a:buNone/>
            </a:pPr>
            <a:r>
              <a:rPr lang="en-IN" sz="4000" dirty="0"/>
              <a:t>CLAIM INFORMATION</a:t>
            </a:r>
          </a:p>
          <a:p>
            <a:pPr marL="0" indent="0">
              <a:buNone/>
            </a:pPr>
            <a:r>
              <a:rPr lang="en-IN" sz="4000" dirty="0"/>
              <a:t>==========================================================</a:t>
            </a:r>
          </a:p>
          <a:p>
            <a:r>
              <a:rPr lang="en-IN" dirty="0"/>
              <a:t>Claim ID: {row['</a:t>
            </a:r>
            <a:r>
              <a:rPr lang="en-IN" dirty="0" err="1"/>
              <a:t>claim_id</a:t>
            </a:r>
            <a:r>
              <a:rPr lang="en-IN" dirty="0"/>
              <a:t>']}</a:t>
            </a:r>
          </a:p>
          <a:p>
            <a:r>
              <a:rPr lang="en-IN" dirty="0"/>
              <a:t>Payer ID: {row['</a:t>
            </a:r>
            <a:r>
              <a:rPr lang="en-IN" dirty="0" err="1"/>
              <a:t>payer_id</a:t>
            </a:r>
            <a:r>
              <a:rPr lang="en-IN" dirty="0"/>
              <a:t>']}</a:t>
            </a:r>
          </a:p>
          <a:p>
            <a:r>
              <a:rPr lang="en-IN" dirty="0"/>
              <a:t>Payer Type: {row['</a:t>
            </a:r>
            <a:r>
              <a:rPr lang="en-IN" dirty="0" err="1"/>
              <a:t>payer_type</a:t>
            </a:r>
            <a:r>
              <a:rPr lang="en-IN" dirty="0"/>
              <a:t>']}</a:t>
            </a:r>
          </a:p>
          <a:p>
            <a:r>
              <a:rPr lang="en-IN" dirty="0"/>
              <a:t>Visit Type: {row['</a:t>
            </a:r>
            <a:r>
              <a:rPr lang="en-IN" dirty="0" err="1"/>
              <a:t>visit_type</a:t>
            </a:r>
            <a:r>
              <a:rPr lang="en-IN" dirty="0"/>
              <a:t>']}</a:t>
            </a:r>
          </a:p>
          <a:p>
            <a:r>
              <a:rPr lang="en-IN" dirty="0"/>
              <a:t>Total Billed Amount: ${row['</a:t>
            </a:r>
            <a:r>
              <a:rPr lang="en-IN" dirty="0" err="1"/>
              <a:t>total_billed</a:t>
            </a:r>
            <a:r>
              <a:rPr lang="en-IN" dirty="0"/>
              <a:t>']:.2f}</a:t>
            </a:r>
          </a:p>
          <a:p>
            <a:r>
              <a:rPr lang="en-IN" dirty="0"/>
              <a:t>Expected Payment: ${row['</a:t>
            </a:r>
            <a:r>
              <a:rPr lang="en-IN" dirty="0" err="1"/>
              <a:t>expected_payment</a:t>
            </a:r>
            <a:r>
              <a:rPr lang="en-IN" dirty="0"/>
              <a:t>']:.2f}</a:t>
            </a:r>
          </a:p>
          <a:p>
            <a:r>
              <a:rPr lang="en-IN" dirty="0"/>
              <a:t>Number of Procedures: {row['</a:t>
            </a:r>
            <a:r>
              <a:rPr lang="en-IN" dirty="0" err="1"/>
              <a:t>num_procedures</a:t>
            </a:r>
            <a:r>
              <a:rPr lang="en-IN" dirty="0"/>
              <a:t>']}</a:t>
            </a:r>
          </a:p>
          <a:p>
            <a:r>
              <a:rPr lang="en-IN" dirty="0"/>
              <a:t>Number of Diagnoses: {row['</a:t>
            </a:r>
            <a:r>
              <a:rPr lang="en-IN" dirty="0" err="1"/>
              <a:t>num_diagnoses</a:t>
            </a:r>
            <a:r>
              <a:rPr lang="en-IN" dirty="0"/>
              <a:t>']}</a:t>
            </a:r>
          </a:p>
          <a:p>
            <a:r>
              <a:rPr lang="en-IN" dirty="0"/>
              <a:t>Prior Authorization Required: {"Yes" if row['</a:t>
            </a:r>
            <a:r>
              <a:rPr lang="en-IN" dirty="0" err="1"/>
              <a:t>prior_auth_required</a:t>
            </a:r>
            <a:r>
              <a:rPr lang="en-IN" dirty="0"/>
              <a:t>'] else "No"}</a:t>
            </a:r>
          </a:p>
          <a:p>
            <a:r>
              <a:rPr lang="en-IN" dirty="0"/>
              <a:t>Prior Authorization Available: {"Yes" if row['</a:t>
            </a:r>
            <a:r>
              <a:rPr lang="en-IN" dirty="0" err="1"/>
              <a:t>has_prior_auth</a:t>
            </a:r>
            <a:r>
              <a:rPr lang="en-IN" dirty="0"/>
              <a:t>'] else "No"}</a:t>
            </a:r>
          </a:p>
          <a:p>
            <a:r>
              <a:rPr lang="en-IN" dirty="0"/>
              <a:t>In Network Provider: {"Yes" if row['</a:t>
            </a:r>
            <a:r>
              <a:rPr lang="en-IN" dirty="0" err="1"/>
              <a:t>is_in_network</a:t>
            </a:r>
            <a:r>
              <a:rPr lang="en-IN" dirty="0"/>
              <a:t>'] else "No"}</a:t>
            </a:r>
          </a:p>
          <a:p>
            <a:r>
              <a:rPr lang="en-IN" dirty="0"/>
              <a:t>Days to Submit: {row['</a:t>
            </a:r>
            <a:r>
              <a:rPr lang="en-IN" dirty="0" err="1"/>
              <a:t>days_to_submit</a:t>
            </a:r>
            <a:r>
              <a:rPr lang="en-IN" dirty="0"/>
              <a:t>']}</a:t>
            </a:r>
          </a:p>
          <a:p>
            <a:r>
              <a:rPr lang="en-IN" dirty="0"/>
              <a:t>Missing Documentation: {"Yes" if row['</a:t>
            </a:r>
            <a:r>
              <a:rPr lang="en-IN" dirty="0" err="1"/>
              <a:t>missing_documentation_flag</a:t>
            </a:r>
            <a:r>
              <a:rPr lang="en-IN" dirty="0"/>
              <a:t>'] else "No"}</a:t>
            </a:r>
          </a:p>
          <a:p>
            <a:r>
              <a:rPr lang="en-IN" dirty="0"/>
              <a:t>Eligibility Verified: {"Yes" if row['</a:t>
            </a:r>
            <a:r>
              <a:rPr lang="en-IN" dirty="0" err="1"/>
              <a:t>eligibility_verified</a:t>
            </a:r>
            <a:r>
              <a:rPr lang="en-IN" dirty="0"/>
              <a:t>'] else "No"}</a:t>
            </a:r>
          </a:p>
          <a:p>
            <a:r>
              <a:rPr lang="en-IN" dirty="0"/>
              <a:t>Referral Required: {"Yes" if row['</a:t>
            </a:r>
            <a:r>
              <a:rPr lang="en-IN" dirty="0" err="1"/>
              <a:t>referral_required</a:t>
            </a:r>
            <a:r>
              <a:rPr lang="en-IN" dirty="0"/>
              <a:t>'] else "No"}</a:t>
            </a:r>
          </a:p>
          <a:p>
            <a:r>
              <a:rPr lang="en-IN" dirty="0"/>
              <a:t>Referral Available: {"Yes" if row['</a:t>
            </a:r>
            <a:r>
              <a:rPr lang="en-IN" dirty="0" err="1"/>
              <a:t>referral_present</a:t>
            </a:r>
            <a:r>
              <a:rPr lang="en-IN" dirty="0"/>
              <a:t>'] else "No"}</a:t>
            </a:r>
          </a:p>
          <a:p>
            <a:r>
              <a:rPr lang="en-IN" dirty="0"/>
              <a:t>Service Month: {row['</a:t>
            </a:r>
            <a:r>
              <a:rPr lang="en-IN" dirty="0" err="1"/>
              <a:t>service_month_num</a:t>
            </a:r>
            <a:r>
              <a:rPr lang="en-IN" dirty="0"/>
              <a:t>']}</a:t>
            </a:r>
          </a:p>
          <a:p>
            <a:r>
              <a:rPr lang="en-IN" dirty="0"/>
              <a:t>Payment Ratio: {row['</a:t>
            </a:r>
            <a:r>
              <a:rPr lang="en-IN" dirty="0" err="1"/>
              <a:t>payment_ratio</a:t>
            </a:r>
            <a:r>
              <a:rPr lang="en-IN" dirty="0"/>
              <a:t>']:.3f}</a:t>
            </a:r>
          </a:p>
          <a:p>
            <a:r>
              <a:rPr lang="en-IN" dirty="0"/>
              <a:t>Payment Gap: ${row['</a:t>
            </a:r>
            <a:r>
              <a:rPr lang="en-IN" dirty="0" err="1"/>
              <a:t>payment_gap</a:t>
            </a:r>
            <a:r>
              <a:rPr lang="en-IN" dirty="0"/>
              <a:t>']:.2f}</a:t>
            </a:r>
          </a:p>
          <a:p>
            <a:r>
              <a:rPr lang="en-IN" dirty="0"/>
              <a:t>Authorization Missing Feature: {"Yes" if row['</a:t>
            </a:r>
            <a:r>
              <a:rPr lang="en-IN" dirty="0" err="1"/>
              <a:t>auth_missing</a:t>
            </a:r>
            <a:r>
              <a:rPr lang="en-IN" dirty="0"/>
              <a:t>'] else "No"}</a:t>
            </a:r>
          </a:p>
          <a:p>
            <a:r>
              <a:rPr lang="en-IN" dirty="0"/>
              <a:t>Referral Missing Feature: {"Yes" if row['</a:t>
            </a:r>
            <a:r>
              <a:rPr lang="en-IN" dirty="0" err="1"/>
              <a:t>referral_missing</a:t>
            </a:r>
            <a:r>
              <a:rPr lang="en-IN" dirty="0"/>
              <a:t>'] else "No"}</a:t>
            </a:r>
          </a:p>
          <a:p>
            <a:r>
              <a:rPr lang="en-IN" dirty="0"/>
              <a:t>Late Submission Feature: {"Yes" if row['</a:t>
            </a:r>
            <a:r>
              <a:rPr lang="en-IN" dirty="0" err="1"/>
              <a:t>late_submission</a:t>
            </a:r>
            <a:r>
              <a:rPr lang="en-IN" dirty="0"/>
              <a:t>'] else "No”)</a:t>
            </a:r>
          </a:p>
        </p:txBody>
      </p:sp>
    </p:spTree>
    <p:extLst>
      <p:ext uri="{BB962C8B-B14F-4D97-AF65-F5344CB8AC3E}">
        <p14:creationId xmlns:p14="http://schemas.microsoft.com/office/powerpoint/2010/main" val="266116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299F61-3CC1-316A-04DC-7FC1E226F9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858686-E03C-274A-6DE3-CEB3AE673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A5A6C-52D6-6936-573E-2D4EF02613A4}"/>
              </a:ext>
            </a:extLst>
          </p:cNvPr>
          <p:cNvSpPr>
            <a:spLocks noGrp="1"/>
          </p:cNvSpPr>
          <p:nvPr>
            <p:ph type="title"/>
          </p:nvPr>
        </p:nvSpPr>
        <p:spPr>
          <a:xfrm>
            <a:off x="841248" y="548640"/>
            <a:ext cx="3600860" cy="5431536"/>
          </a:xfrm>
        </p:spPr>
        <p:txBody>
          <a:bodyPr>
            <a:normAutofit/>
          </a:bodyPr>
          <a:lstStyle/>
          <a:p>
            <a:r>
              <a:rPr lang="en-US" sz="5400" dirty="0"/>
              <a:t>LLM Prompt used</a:t>
            </a:r>
          </a:p>
        </p:txBody>
      </p:sp>
      <p:sp>
        <p:nvSpPr>
          <p:cNvPr id="18" name="sketch line">
            <a:extLst>
              <a:ext uri="{FF2B5EF4-FFF2-40B4-BE49-F238E27FC236}">
                <a16:creationId xmlns:a16="http://schemas.microsoft.com/office/drawing/2014/main" id="{AEC3151B-3B56-A8E5-E62A-7B5C9F93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246FA5-3842-7A0C-F5E9-DBDF3F8E3A0C}"/>
              </a:ext>
            </a:extLst>
          </p:cNvPr>
          <p:cNvSpPr>
            <a:spLocks noGrp="1"/>
          </p:cNvSpPr>
          <p:nvPr>
            <p:ph idx="1"/>
          </p:nvPr>
        </p:nvSpPr>
        <p:spPr>
          <a:xfrm>
            <a:off x="5126418" y="552091"/>
            <a:ext cx="6224335" cy="5431536"/>
          </a:xfrm>
        </p:spPr>
        <p:txBody>
          <a:bodyPr anchor="ctr">
            <a:normAutofit fontScale="25000" lnSpcReduction="20000"/>
          </a:bodyPr>
          <a:lstStyle/>
          <a:p>
            <a:pPr marL="0" indent="0">
              <a:buNone/>
            </a:pPr>
            <a:endParaRPr lang="en-IN" sz="1400" dirty="0"/>
          </a:p>
          <a:p>
            <a:pPr marL="0" indent="0">
              <a:buNone/>
            </a:pPr>
            <a:endParaRPr lang="en-IN" sz="1400" dirty="0"/>
          </a:p>
          <a:p>
            <a:pPr marL="0" indent="0">
              <a:buNone/>
            </a:pPr>
            <a:r>
              <a:rPr lang="en-IN" sz="4400" dirty="0"/>
              <a:t>=========================================================</a:t>
            </a:r>
          </a:p>
          <a:p>
            <a:pPr marL="0" indent="0">
              <a:buNone/>
            </a:pPr>
            <a:r>
              <a:rPr lang="en-IN" sz="4400" dirty="0"/>
              <a:t>MODEL OUTPUT</a:t>
            </a:r>
          </a:p>
          <a:p>
            <a:pPr marL="0" indent="0">
              <a:buNone/>
            </a:pPr>
            <a:r>
              <a:rPr lang="en-IN" sz="4400" dirty="0"/>
              <a:t>=========================================================</a:t>
            </a:r>
            <a:br>
              <a:rPr lang="en-IN" sz="4400" dirty="0"/>
            </a:br>
            <a:endParaRPr lang="en-IN" sz="4400" dirty="0"/>
          </a:p>
          <a:p>
            <a:r>
              <a:rPr lang="en-IN" sz="4400" dirty="0"/>
              <a:t>Denial Probability: {row['</a:t>
            </a:r>
            <a:r>
              <a:rPr lang="en-IN" sz="4400" dirty="0" err="1"/>
              <a:t>denial_probability</a:t>
            </a:r>
            <a:r>
              <a:rPr lang="en-IN" sz="4400" dirty="0"/>
              <a:t>']:.2%}</a:t>
            </a:r>
          </a:p>
          <a:p>
            <a:r>
              <a:rPr lang="en-IN" sz="4400" dirty="0"/>
              <a:t>Predicted Denial: {"Yes" if row['</a:t>
            </a:r>
            <a:r>
              <a:rPr lang="en-IN" sz="4400" dirty="0" err="1"/>
              <a:t>predicted_denial</a:t>
            </a:r>
            <a:r>
              <a:rPr lang="en-IN" sz="4400" dirty="0"/>
              <a:t>'] else "No"}</a:t>
            </a:r>
          </a:p>
          <a:p>
            <a:r>
              <a:rPr lang="en-IN" sz="4400" dirty="0"/>
              <a:t>Risk Tier: {row['</a:t>
            </a:r>
            <a:r>
              <a:rPr lang="en-IN" sz="4400" dirty="0" err="1"/>
              <a:t>risk_tier</a:t>
            </a:r>
            <a:r>
              <a:rPr lang="en-IN" sz="4400" dirty="0"/>
              <a:t>']}</a:t>
            </a:r>
          </a:p>
          <a:p>
            <a:r>
              <a:rPr lang="en-IN" sz="4400" dirty="0"/>
              <a:t>Top ML Risk Factors:</a:t>
            </a:r>
          </a:p>
          <a:p>
            <a:r>
              <a:rPr lang="en-IN" sz="4400" dirty="0"/>
              <a:t>{row['</a:t>
            </a:r>
            <a:r>
              <a:rPr lang="en-IN" sz="4400" dirty="0" err="1"/>
              <a:t>top_risk_factors</a:t>
            </a:r>
            <a:r>
              <a:rPr lang="en-IN" sz="4400" dirty="0"/>
              <a:t>’]}</a:t>
            </a:r>
          </a:p>
          <a:p>
            <a:pPr marL="0" indent="0">
              <a:buNone/>
            </a:pPr>
            <a:r>
              <a:rPr lang="en-IN" sz="4400" dirty="0"/>
              <a:t>==========================================================</a:t>
            </a:r>
          </a:p>
          <a:p>
            <a:pPr marL="0" indent="0">
              <a:buNone/>
            </a:pPr>
            <a:r>
              <a:rPr lang="en-IN" sz="4400" dirty="0"/>
              <a:t>TASK</a:t>
            </a:r>
          </a:p>
          <a:p>
            <a:pPr marL="0" indent="0">
              <a:buNone/>
            </a:pPr>
            <a:r>
              <a:rPr lang="en-IN" sz="4400" dirty="0"/>
              <a:t>==========================================================</a:t>
            </a:r>
          </a:p>
          <a:p>
            <a:r>
              <a:rPr lang="en-IN" sz="4400" dirty="0"/>
              <a:t>Use ONLY the information provided above.</a:t>
            </a:r>
          </a:p>
          <a:p>
            <a:r>
              <a:rPr lang="en-IN" sz="4400" dirty="0"/>
              <a:t>Do NOT assume or invent any facts.</a:t>
            </a:r>
          </a:p>
          <a:p>
            <a:r>
              <a:rPr lang="en-IN" sz="4400" dirty="0"/>
              <a:t>Focus primarily on the Top ML Risk Factors while using the remaining claim attributes as supporting evidence.</a:t>
            </a:r>
          </a:p>
          <a:p>
            <a:pPr marL="0" indent="0">
              <a:buNone/>
            </a:pPr>
            <a:r>
              <a:rPr lang="en-IN" sz="4400" dirty="0"/>
              <a:t>Write exactly 2–3 sentences that:</a:t>
            </a:r>
            <a:br>
              <a:rPr lang="en-IN" sz="4400" dirty="0"/>
            </a:br>
            <a:endParaRPr lang="en-IN" sz="4400" dirty="0"/>
          </a:p>
          <a:p>
            <a:pPr marL="0" indent="0">
              <a:buNone/>
            </a:pPr>
            <a:r>
              <a:rPr lang="en-IN" sz="4400" dirty="0"/>
              <a:t>1. Explain why this claim has the predicted denial risk.</a:t>
            </a:r>
          </a:p>
          <a:p>
            <a:pPr marL="0" indent="0">
              <a:buNone/>
            </a:pPr>
            <a:r>
              <a:rPr lang="en-IN" sz="4400" dirty="0"/>
              <a:t>2. Mention the most influential contributing factors.</a:t>
            </a:r>
          </a:p>
          <a:p>
            <a:pPr marL="0" indent="0">
              <a:buNone/>
            </a:pPr>
            <a:r>
              <a:rPr lang="en-IN" sz="4400" dirty="0"/>
              <a:t>3. Recommend ONE practical action that could reduce denial risk before submission.</a:t>
            </a:r>
          </a:p>
          <a:p>
            <a:pPr marL="0" indent="0">
              <a:buNone/>
            </a:pPr>
            <a:r>
              <a:rPr lang="en-IN" sz="4400" dirty="0"/>
              <a:t>4. End with the following sentence exactly: "This prediction represents estimated risk and does not guarantee claim denial."</a:t>
            </a:r>
          </a:p>
          <a:p>
            <a:pPr marL="0" indent="0">
              <a:buNone/>
            </a:pPr>
            <a:r>
              <a:rPr lang="en-IN" sz="4400" dirty="0"/>
              <a:t>Return ONLY the explanation.</a:t>
            </a:r>
          </a:p>
          <a:p>
            <a:pPr marL="0" indent="0">
              <a:buNone/>
            </a:pPr>
            <a:endParaRPr lang="en-IN" sz="1400" dirty="0"/>
          </a:p>
        </p:txBody>
      </p:sp>
    </p:spTree>
    <p:extLst>
      <p:ext uri="{BB962C8B-B14F-4D97-AF65-F5344CB8AC3E}">
        <p14:creationId xmlns:p14="http://schemas.microsoft.com/office/powerpoint/2010/main" val="273114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B2F1D-D5E2-DD0B-F3AD-E5BF4EC91BC4}"/>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rPr>
              <a:t>LLM Results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1759FE8-0295-8F26-7731-1B0E6734CBA9}"/>
              </a:ext>
            </a:extLst>
          </p:cNvPr>
          <p:cNvGraphicFramePr>
            <a:graphicFrameLocks noGrp="1"/>
          </p:cNvGraphicFramePr>
          <p:nvPr>
            <p:ph idx="1"/>
            <p:extLst>
              <p:ext uri="{D42A27DB-BD31-4B8C-83A1-F6EECF244321}">
                <p14:modId xmlns:p14="http://schemas.microsoft.com/office/powerpoint/2010/main" val="469589275"/>
              </p:ext>
            </p:extLst>
          </p:nvPr>
        </p:nvGraphicFramePr>
        <p:xfrm>
          <a:off x="838200" y="1322024"/>
          <a:ext cx="10515600" cy="5409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3127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BEC6BC-B612-B90E-7962-418897729605}"/>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rPr>
              <a:t>Future Improvements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0E088F9-86E9-215D-3274-3FDC4B6D9B03}"/>
              </a:ext>
            </a:extLst>
          </p:cNvPr>
          <p:cNvGraphicFramePr>
            <a:graphicFrameLocks noGrp="1"/>
          </p:cNvGraphicFramePr>
          <p:nvPr>
            <p:ph idx="1"/>
            <p:extLst>
              <p:ext uri="{D42A27DB-BD31-4B8C-83A1-F6EECF244321}">
                <p14:modId xmlns:p14="http://schemas.microsoft.com/office/powerpoint/2010/main" val="3977260757"/>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8303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1444</Words>
  <Application>Microsoft Macintosh PowerPoint</Application>
  <PresentationFormat>Widescreen</PresentationFormat>
  <Paragraphs>140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-apple-system</vt:lpstr>
      <vt:lpstr>Aptos</vt:lpstr>
      <vt:lpstr>Aptos Display</vt:lpstr>
      <vt:lpstr>Arial</vt:lpstr>
      <vt:lpstr>Courier New</vt:lpstr>
      <vt:lpstr>Office Theme</vt:lpstr>
      <vt:lpstr>Ensemble Health Partners Hiring Assessment –  AI/ML+ GenAI</vt:lpstr>
      <vt:lpstr>Problem Framing</vt:lpstr>
      <vt:lpstr>Key EDA Findings</vt:lpstr>
      <vt:lpstr>Key EDA Findings</vt:lpstr>
      <vt:lpstr>Feature Engineering &amp; Model Evaluation</vt:lpstr>
      <vt:lpstr>Test Set Evaluation Metrics</vt:lpstr>
      <vt:lpstr>LLM Prompt used</vt:lpstr>
      <vt:lpstr>LLM Prompt used</vt:lpstr>
      <vt:lpstr>LLM Results</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Ambar Mittal</dc:creator>
  <cp:lastModifiedBy>Ambar Mittal</cp:lastModifiedBy>
  <cp:revision>57</cp:revision>
  <dcterms:created xsi:type="dcterms:W3CDTF">2026-07-06T12:44:08Z</dcterms:created>
  <dcterms:modified xsi:type="dcterms:W3CDTF">2026-07-06T16:26:47Z</dcterms:modified>
</cp:coreProperties>
</file>